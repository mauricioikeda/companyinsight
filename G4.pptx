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5"/>
  </p:notesMasterIdLst>
  <p:sldIdLst>
    <p:sldId id="257" r:id="rId2"/>
    <p:sldId id="258" r:id="rId3"/>
    <p:sldId id="259" r:id="rId4"/>
  </p:sldIdLst>
  <p:sldSz cx="9144000" cy="5143500" type="screen16x9"/>
  <p:notesSz cx="6858000" cy="9144000"/>
  <p:embeddedFontLst>
    <p:embeddedFont>
      <p:font typeface="Bebas Neue" panose="020F0502020204030204" pitchFamily="34" charset="0"/>
      <p:regular r:id="rId6"/>
    </p:embeddedFont>
    <p:embeddedFont>
      <p:font typeface="Maven Pro" panose="020B0604020202020204" charset="0"/>
      <p:regular r:id="rId7"/>
      <p:bold r:id="rId8"/>
    </p:embeddedFont>
    <p:embeddedFont>
      <p:font typeface="Trispace" panose="020B0604020202020204" charset="0"/>
      <p:regular r:id="rId9"/>
      <p:bold r:id="rId1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962907-AA12-4F21-B900-096AB4528EBF}" v="5" dt="2024-09-23T20:45:40.270"/>
  </p1510:revLst>
</p1510:revInfo>
</file>

<file path=ppt/tableStyles.xml><?xml version="1.0" encoding="utf-8"?>
<a:tblStyleLst xmlns:a="http://schemas.openxmlformats.org/drawingml/2006/main" def="{84F11E6B-73F7-4801-A3CB-B026EDAF7CE2}">
  <a:tblStyle styleId="{84F11E6B-73F7-4801-A3CB-B026EDAF7C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CBEA481-CAED-4348-99A5-CBBF01371E0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978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5" Type="http://schemas.microsoft.com/office/2016/11/relationships/changesInfo" Target="changesInfos/changesInfo1.xml"/><Relationship Id="rId10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tor Hugo Macedo de Silva" userId="8489a1ec3a4c6fec" providerId="LiveId" clId="{6E962907-AA12-4F21-B900-096AB4528EBF}"/>
    <pc:docChg chg="undo redo custSel delSld modSld sldOrd delMainMaster">
      <pc:chgData name="Vitor Hugo Macedo de Silva" userId="8489a1ec3a4c6fec" providerId="LiveId" clId="{6E962907-AA12-4F21-B900-096AB4528EBF}" dt="2024-09-24T00:24:51.859" v="1480" actId="20577"/>
      <pc:docMkLst>
        <pc:docMk/>
      </pc:docMkLst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56"/>
        </pc:sldMkLst>
      </pc:sldChg>
      <pc:sldChg chg="delSp modSp mod modTransition">
        <pc:chgData name="Vitor Hugo Macedo de Silva" userId="8489a1ec3a4c6fec" providerId="LiveId" clId="{6E962907-AA12-4F21-B900-096AB4528EBF}" dt="2024-09-24T00:07:45.045" v="1035" actId="1076"/>
        <pc:sldMkLst>
          <pc:docMk/>
          <pc:sldMk cId="0" sldId="257"/>
        </pc:sldMkLst>
        <pc:spChg chg="mod">
          <ac:chgData name="Vitor Hugo Macedo de Silva" userId="8489a1ec3a4c6fec" providerId="LiveId" clId="{6E962907-AA12-4F21-B900-096AB4528EBF}" dt="2024-09-24T00:07:37.932" v="1033" actId="1076"/>
          <ac:spMkLst>
            <pc:docMk/>
            <pc:sldMk cId="0" sldId="257"/>
            <ac:spMk id="372" creationId="{00000000-0000-0000-0000-000000000000}"/>
          </ac:spMkLst>
        </pc:spChg>
        <pc:spChg chg="mod">
          <ac:chgData name="Vitor Hugo Macedo de Silva" userId="8489a1ec3a4c6fec" providerId="LiveId" clId="{6E962907-AA12-4F21-B900-096AB4528EBF}" dt="2024-09-24T00:07:45.045" v="1035" actId="1076"/>
          <ac:spMkLst>
            <pc:docMk/>
            <pc:sldMk cId="0" sldId="257"/>
            <ac:spMk id="373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2T21:59:26.973" v="11" actId="478"/>
          <ac:spMkLst>
            <pc:docMk/>
            <pc:sldMk cId="0" sldId="257"/>
            <ac:spMk id="374" creationId="{00000000-0000-0000-0000-000000000000}"/>
          </ac:spMkLst>
        </pc:spChg>
        <pc:spChg chg="del mod">
          <ac:chgData name="Vitor Hugo Macedo de Silva" userId="8489a1ec3a4c6fec" providerId="LiveId" clId="{6E962907-AA12-4F21-B900-096AB4528EBF}" dt="2024-09-22T21:59:25.503" v="10" actId="478"/>
          <ac:spMkLst>
            <pc:docMk/>
            <pc:sldMk cId="0" sldId="257"/>
            <ac:spMk id="375" creationId="{00000000-0000-0000-0000-000000000000}"/>
          </ac:spMkLst>
        </pc:spChg>
        <pc:graphicFrameChg chg="del mod">
          <ac:chgData name="Vitor Hugo Macedo de Silva" userId="8489a1ec3a4c6fec" providerId="LiveId" clId="{6E962907-AA12-4F21-B900-096AB4528EBF}" dt="2024-09-22T21:58:46.429" v="3" actId="478"/>
          <ac:graphicFrameMkLst>
            <pc:docMk/>
            <pc:sldMk cId="0" sldId="257"/>
            <ac:graphicFrameMk id="376" creationId="{00000000-0000-0000-0000-000000000000}"/>
          </ac:graphicFrameMkLst>
        </pc:graphicFrameChg>
      </pc:sldChg>
      <pc:sldChg chg="addSp delSp modSp mod modTransition modClrScheme chgLayout">
        <pc:chgData name="Vitor Hugo Macedo de Silva" userId="8489a1ec3a4c6fec" providerId="LiveId" clId="{6E962907-AA12-4F21-B900-096AB4528EBF}" dt="2024-09-24T00:15:35.255" v="1116" actId="1076"/>
        <pc:sldMkLst>
          <pc:docMk/>
          <pc:sldMk cId="0" sldId="258"/>
        </pc:sldMkLst>
        <pc:spChg chg="add del mod ord">
          <ac:chgData name="Vitor Hugo Macedo de Silva" userId="8489a1ec3a4c6fec" providerId="LiveId" clId="{6E962907-AA12-4F21-B900-096AB4528EBF}" dt="2024-09-24T00:11:16.552" v="1037" actId="26606"/>
          <ac:spMkLst>
            <pc:docMk/>
            <pc:sldMk cId="0" sldId="258"/>
            <ac:spMk id="2" creationId="{63F38C0E-EDD8-439A-DE2C-88EBAC5E9C07}"/>
          </ac:spMkLst>
        </pc:spChg>
        <pc:spChg chg="add del mod">
          <ac:chgData name="Vitor Hugo Macedo de Silva" userId="8489a1ec3a4c6fec" providerId="LiveId" clId="{6E962907-AA12-4F21-B900-096AB4528EBF}" dt="2024-09-23T20:41:49.336" v="121" actId="478"/>
          <ac:spMkLst>
            <pc:docMk/>
            <pc:sldMk cId="0" sldId="258"/>
            <ac:spMk id="3" creationId="{0B0733DE-A62E-1249-1A5B-E1ECF3082165}"/>
          </ac:spMkLst>
        </pc:spChg>
        <pc:spChg chg="add del mod">
          <ac:chgData name="Vitor Hugo Macedo de Silva" userId="8489a1ec3a4c6fec" providerId="LiveId" clId="{6E962907-AA12-4F21-B900-096AB4528EBF}" dt="2024-09-23T20:41:56.647" v="123" actId="478"/>
          <ac:spMkLst>
            <pc:docMk/>
            <pc:sldMk cId="0" sldId="258"/>
            <ac:spMk id="5" creationId="{8E5CFC6F-A5CE-CADE-7E8C-55D255F7D4B0}"/>
          </ac:spMkLst>
        </pc:spChg>
        <pc:spChg chg="add del mod">
          <ac:chgData name="Vitor Hugo Macedo de Silva" userId="8489a1ec3a4c6fec" providerId="LiveId" clId="{6E962907-AA12-4F21-B900-096AB4528EBF}" dt="2024-09-23T20:42:00.789" v="125" actId="478"/>
          <ac:spMkLst>
            <pc:docMk/>
            <pc:sldMk cId="0" sldId="258"/>
            <ac:spMk id="7" creationId="{00B57870-0A33-F3C2-38CC-3807A599CCCB}"/>
          </ac:spMkLst>
        </pc:spChg>
        <pc:spChg chg="add del mod">
          <ac:chgData name="Vitor Hugo Macedo de Silva" userId="8489a1ec3a4c6fec" providerId="LiveId" clId="{6E962907-AA12-4F21-B900-096AB4528EBF}" dt="2024-09-23T20:42:06.027" v="128" actId="478"/>
          <ac:spMkLst>
            <pc:docMk/>
            <pc:sldMk cId="0" sldId="258"/>
            <ac:spMk id="9" creationId="{111BBFDA-782B-A246-A34E-D00C01BAEDB7}"/>
          </ac:spMkLst>
        </pc:spChg>
        <pc:spChg chg="add del mod">
          <ac:chgData name="Vitor Hugo Macedo de Silva" userId="8489a1ec3a4c6fec" providerId="LiveId" clId="{6E962907-AA12-4F21-B900-096AB4528EBF}" dt="2024-09-23T20:42:11.455" v="130" actId="478"/>
          <ac:spMkLst>
            <pc:docMk/>
            <pc:sldMk cId="0" sldId="258"/>
            <ac:spMk id="11" creationId="{E05967A7-AD7A-D218-F8D6-98C29B53B1F7}"/>
          </ac:spMkLst>
        </pc:spChg>
        <pc:spChg chg="add del mod">
          <ac:chgData name="Vitor Hugo Macedo de Silva" userId="8489a1ec3a4c6fec" providerId="LiveId" clId="{6E962907-AA12-4F21-B900-096AB4528EBF}" dt="2024-09-23T20:42:17.212" v="133" actId="478"/>
          <ac:spMkLst>
            <pc:docMk/>
            <pc:sldMk cId="0" sldId="258"/>
            <ac:spMk id="13" creationId="{26FBD7F3-5A35-CB5E-1105-D121C4A94F75}"/>
          </ac:spMkLst>
        </pc:spChg>
        <pc:spChg chg="add del mod">
          <ac:chgData name="Vitor Hugo Macedo de Silva" userId="8489a1ec3a4c6fec" providerId="LiveId" clId="{6E962907-AA12-4F21-B900-096AB4528EBF}" dt="2024-09-23T20:42:24.072" v="136" actId="478"/>
          <ac:spMkLst>
            <pc:docMk/>
            <pc:sldMk cId="0" sldId="258"/>
            <ac:spMk id="15" creationId="{18A87997-FA8A-B631-4B6E-9A9274BBEADB}"/>
          </ac:spMkLst>
        </pc:spChg>
        <pc:spChg chg="add del mod">
          <ac:chgData name="Vitor Hugo Macedo de Silva" userId="8489a1ec3a4c6fec" providerId="LiveId" clId="{6E962907-AA12-4F21-B900-096AB4528EBF}" dt="2024-09-23T20:42:33.213" v="139" actId="478"/>
          <ac:spMkLst>
            <pc:docMk/>
            <pc:sldMk cId="0" sldId="258"/>
            <ac:spMk id="17" creationId="{44F48862-2457-3294-500C-BD56C97F56A6}"/>
          </ac:spMkLst>
        </pc:spChg>
        <pc:spChg chg="del">
          <ac:chgData name="Vitor Hugo Macedo de Silva" userId="8489a1ec3a4c6fec" providerId="LiveId" clId="{6E962907-AA12-4F21-B900-096AB4528EBF}" dt="2024-09-23T20:42:02.571" v="126" actId="478"/>
          <ac:spMkLst>
            <pc:docMk/>
            <pc:sldMk cId="0" sldId="258"/>
            <ac:spMk id="381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13.295" v="131" actId="478"/>
          <ac:spMkLst>
            <pc:docMk/>
            <pc:sldMk cId="0" sldId="258"/>
            <ac:spMk id="382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1:43.579" v="118" actId="478"/>
          <ac:spMkLst>
            <pc:docMk/>
            <pc:sldMk cId="0" sldId="258"/>
            <ac:spMk id="383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20.058" v="134" actId="478"/>
          <ac:spMkLst>
            <pc:docMk/>
            <pc:sldMk cId="0" sldId="258"/>
            <ac:spMk id="384" creationId="{00000000-0000-0000-0000-000000000000}"/>
          </ac:spMkLst>
        </pc:spChg>
        <pc:spChg chg="mod ord">
          <ac:chgData name="Vitor Hugo Macedo de Silva" userId="8489a1ec3a4c6fec" providerId="LiveId" clId="{6E962907-AA12-4F21-B900-096AB4528EBF}" dt="2024-09-24T00:11:32.595" v="1042" actId="1076"/>
          <ac:spMkLst>
            <pc:docMk/>
            <pc:sldMk cId="0" sldId="258"/>
            <ac:spMk id="385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04.255" v="127" actId="478"/>
          <ac:spMkLst>
            <pc:docMk/>
            <pc:sldMk cId="0" sldId="258"/>
            <ac:spMk id="386" creationId="{00000000-0000-0000-0000-000000000000}"/>
          </ac:spMkLst>
        </pc:spChg>
        <pc:spChg chg="del mod">
          <ac:chgData name="Vitor Hugo Macedo de Silva" userId="8489a1ec3a4c6fec" providerId="LiveId" clId="{6E962907-AA12-4F21-B900-096AB4528EBF}" dt="2024-09-23T20:41:46.460" v="120" actId="478"/>
          <ac:spMkLst>
            <pc:docMk/>
            <pc:sldMk cId="0" sldId="258"/>
            <ac:spMk id="387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09.028" v="129" actId="478"/>
          <ac:spMkLst>
            <pc:docMk/>
            <pc:sldMk cId="0" sldId="258"/>
            <ac:spMk id="388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22.204" v="135" actId="478"/>
          <ac:spMkLst>
            <pc:docMk/>
            <pc:sldMk cId="0" sldId="258"/>
            <ac:spMk id="389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1:58.713" v="124" actId="478"/>
          <ac:spMkLst>
            <pc:docMk/>
            <pc:sldMk cId="0" sldId="258"/>
            <ac:spMk id="390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2:15.078" v="132" actId="478"/>
          <ac:spMkLst>
            <pc:docMk/>
            <pc:sldMk cId="0" sldId="258"/>
            <ac:spMk id="391" creationId="{00000000-0000-0000-0000-000000000000}"/>
          </ac:spMkLst>
        </pc:spChg>
        <pc:spChg chg="del">
          <ac:chgData name="Vitor Hugo Macedo de Silva" userId="8489a1ec3a4c6fec" providerId="LiveId" clId="{6E962907-AA12-4F21-B900-096AB4528EBF}" dt="2024-09-23T20:41:52.439" v="122" actId="478"/>
          <ac:spMkLst>
            <pc:docMk/>
            <pc:sldMk cId="0" sldId="258"/>
            <ac:spMk id="392" creationId="{00000000-0000-0000-0000-000000000000}"/>
          </ac:spMkLst>
        </pc:spChg>
        <pc:spChg chg="del mod">
          <ac:chgData name="Vitor Hugo Macedo de Silva" userId="8489a1ec3a4c6fec" providerId="LiveId" clId="{6E962907-AA12-4F21-B900-096AB4528EBF}" dt="2024-09-23T20:42:29.227" v="138" actId="478"/>
          <ac:spMkLst>
            <pc:docMk/>
            <pc:sldMk cId="0" sldId="258"/>
            <ac:spMk id="393" creationId="{00000000-0000-0000-0000-000000000000}"/>
          </ac:spMkLst>
        </pc:spChg>
        <pc:spChg chg="add mod">
          <ac:chgData name="Vitor Hugo Macedo de Silva" userId="8489a1ec3a4c6fec" providerId="LiveId" clId="{6E962907-AA12-4F21-B900-096AB4528EBF}" dt="2024-09-24T00:15:35.255" v="1116" actId="1076"/>
          <ac:spMkLst>
            <pc:docMk/>
            <pc:sldMk cId="0" sldId="258"/>
            <ac:spMk id="394" creationId="{73AFD5A9-466A-583C-5FD1-30D0960C3942}"/>
          </ac:spMkLst>
        </pc:spChg>
      </pc:sldChg>
      <pc:sldChg chg="modSp mod ord modTransition">
        <pc:chgData name="Vitor Hugo Macedo de Silva" userId="8489a1ec3a4c6fec" providerId="LiveId" clId="{6E962907-AA12-4F21-B900-096AB4528EBF}" dt="2024-09-24T00:24:51.859" v="1480" actId="20577"/>
        <pc:sldMkLst>
          <pc:docMk/>
          <pc:sldMk cId="0" sldId="259"/>
        </pc:sldMkLst>
        <pc:spChg chg="mod">
          <ac:chgData name="Vitor Hugo Macedo de Silva" userId="8489a1ec3a4c6fec" providerId="LiveId" clId="{6E962907-AA12-4F21-B900-096AB4528EBF}" dt="2024-09-23T20:43:11.507" v="143" actId="1076"/>
          <ac:spMkLst>
            <pc:docMk/>
            <pc:sldMk cId="0" sldId="259"/>
            <ac:spMk id="398" creationId="{00000000-0000-0000-0000-000000000000}"/>
          </ac:spMkLst>
        </pc:spChg>
        <pc:spChg chg="mod">
          <ac:chgData name="Vitor Hugo Macedo de Silva" userId="8489a1ec3a4c6fec" providerId="LiveId" clId="{6E962907-AA12-4F21-B900-096AB4528EBF}" dt="2024-09-24T00:24:51.859" v="1480" actId="20577"/>
          <ac:spMkLst>
            <pc:docMk/>
            <pc:sldMk cId="0" sldId="259"/>
            <ac:spMk id="399" creationId="{00000000-0000-0000-0000-000000000000}"/>
          </ac:spMkLst>
        </pc:spChg>
        <pc:grpChg chg="mod">
          <ac:chgData name="Vitor Hugo Macedo de Silva" userId="8489a1ec3a4c6fec" providerId="LiveId" clId="{6E962907-AA12-4F21-B900-096AB4528EBF}" dt="2024-09-24T00:17:29.064" v="1118" actId="14100"/>
          <ac:grpSpMkLst>
            <pc:docMk/>
            <pc:sldMk cId="0" sldId="259"/>
            <ac:grpSpMk id="400" creationId="{00000000-0000-0000-0000-000000000000}"/>
          </ac:grpSpMkLst>
        </pc:grpChg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0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1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2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3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4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5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6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7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8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69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0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1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2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3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4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5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6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7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8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79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0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1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2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3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4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5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6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7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8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89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0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1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2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3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4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5"/>
        </pc:sldMkLst>
      </pc:sldChg>
      <pc:sldChg chg="del">
        <pc:chgData name="Vitor Hugo Macedo de Silva" userId="8489a1ec3a4c6fec" providerId="LiveId" clId="{6E962907-AA12-4F21-B900-096AB4528EBF}" dt="2024-09-22T21:58:18.728" v="0" actId="47"/>
        <pc:sldMkLst>
          <pc:docMk/>
          <pc:sldMk cId="0" sldId="296"/>
        </pc:sldMkLst>
      </pc:sldChg>
      <pc:sldMasterChg chg="delSldLayout">
        <pc:chgData name="Vitor Hugo Macedo de Silva" userId="8489a1ec3a4c6fec" providerId="LiveId" clId="{6E962907-AA12-4F21-B900-096AB4528EBF}" dt="2024-09-22T21:58:18.728" v="0" actId="47"/>
        <pc:sldMasterMkLst>
          <pc:docMk/>
          <pc:sldMasterMk cId="0" sldId="2147483674"/>
        </pc:sldMasterMkLst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48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49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50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51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57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0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1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2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3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4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5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6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4"/>
            <pc:sldLayoutMk cId="0" sldId="2147483667"/>
          </pc:sldLayoutMkLst>
        </pc:sldLayoutChg>
      </pc:sldMasterChg>
      <pc:sldMasterChg chg="del delSldLayout">
        <pc:chgData name="Vitor Hugo Macedo de Silva" userId="8489a1ec3a4c6fec" providerId="LiveId" clId="{6E962907-AA12-4F21-B900-096AB4528EBF}" dt="2024-09-22T21:58:18.728" v="0" actId="47"/>
        <pc:sldMasterMkLst>
          <pc:docMk/>
          <pc:sldMasterMk cId="0" sldId="2147483675"/>
        </pc:sldMasterMkLst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5"/>
            <pc:sldLayoutMk cId="0" sldId="2147483671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5"/>
            <pc:sldLayoutMk cId="0" sldId="2147483672"/>
          </pc:sldLayoutMkLst>
        </pc:sldLayoutChg>
        <pc:sldLayoutChg chg="del">
          <pc:chgData name="Vitor Hugo Macedo de Silva" userId="8489a1ec3a4c6fec" providerId="LiveId" clId="{6E962907-AA12-4F21-B900-096AB4528EBF}" dt="2024-09-22T21:58:18.728" v="0" actId="47"/>
          <pc:sldLayoutMkLst>
            <pc:docMk/>
            <pc:sldMasterMk cId="0" sldId="2147483675"/>
            <pc:sldLayoutMk cId="0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127c793fce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127c793fce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6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62" name="Google Shape;62;p6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6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" name="Google Shape;65;p6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66" name="Google Shape;66;p6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6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6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9" name="Google Shape;69;p6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4" name="Google Shape;74;p7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75" name="Google Shape;75;p7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7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7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7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9" name="Google Shape;79;p7"/>
          <p:cNvSpPr txBox="1">
            <a:spLocks noGrp="1"/>
          </p:cNvSpPr>
          <p:nvPr>
            <p:ph type="body" idx="1"/>
          </p:nvPr>
        </p:nvSpPr>
        <p:spPr>
          <a:xfrm>
            <a:off x="713100" y="1850100"/>
            <a:ext cx="5135400" cy="20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7"/>
          <p:cNvSpPr txBox="1">
            <a:spLocks noGrp="1"/>
          </p:cNvSpPr>
          <p:nvPr>
            <p:ph type="title"/>
          </p:nvPr>
        </p:nvSpPr>
        <p:spPr>
          <a:xfrm>
            <a:off x="713100" y="1244700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8"/>
          <p:cNvSpPr/>
          <p:nvPr/>
        </p:nvSpPr>
        <p:spPr>
          <a:xfrm rot="-6419074">
            <a:off x="4830466" y="-402088"/>
            <a:ext cx="7138425" cy="3491376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8"/>
          <p:cNvSpPr/>
          <p:nvPr/>
        </p:nvSpPr>
        <p:spPr>
          <a:xfrm rot="5868956">
            <a:off x="-2972528" y="1025449"/>
            <a:ext cx="7138386" cy="3491394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" name="Google Shape;84;p8"/>
          <p:cNvGrpSpPr/>
          <p:nvPr/>
        </p:nvGrpSpPr>
        <p:grpSpPr>
          <a:xfrm>
            <a:off x="8030823" y="254364"/>
            <a:ext cx="1324311" cy="1655928"/>
            <a:chOff x="8030823" y="254364"/>
            <a:chExt cx="1324311" cy="1655928"/>
          </a:xfrm>
        </p:grpSpPr>
        <p:sp>
          <p:nvSpPr>
            <p:cNvPr id="85" name="Google Shape;85;p8"/>
            <p:cNvSpPr/>
            <p:nvPr/>
          </p:nvSpPr>
          <p:spPr>
            <a:xfrm>
              <a:off x="8409504" y="254378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>
              <a:off x="8107053" y="1250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8030823" y="254364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" name="Google Shape;88;p8"/>
          <p:cNvGrpSpPr/>
          <p:nvPr/>
        </p:nvGrpSpPr>
        <p:grpSpPr>
          <a:xfrm>
            <a:off x="-137271" y="2581792"/>
            <a:ext cx="1510384" cy="2479841"/>
            <a:chOff x="-137271" y="2581792"/>
            <a:chExt cx="1510384" cy="2479841"/>
          </a:xfrm>
        </p:grpSpPr>
        <p:sp>
          <p:nvSpPr>
            <p:cNvPr id="89" name="Google Shape;89;p8"/>
            <p:cNvSpPr/>
            <p:nvPr/>
          </p:nvSpPr>
          <p:spPr>
            <a:xfrm>
              <a:off x="266653" y="25817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8"/>
            <p:cNvSpPr/>
            <p:nvPr/>
          </p:nvSpPr>
          <p:spPr>
            <a:xfrm>
              <a:off x="713090" y="39582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262648" y="3515377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-137271" y="4115903"/>
              <a:ext cx="945630" cy="94573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241450" y="1520250"/>
            <a:ext cx="46611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241550" y="2362050"/>
            <a:ext cx="4661100" cy="1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0" name="Google Shape;100;p9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101" name="Google Shape;101;p9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9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9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9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0"/>
          <p:cNvSpPr>
            <a:spLocks noGrp="1"/>
          </p:cNvSpPr>
          <p:nvPr>
            <p:ph type="pic" idx="2"/>
          </p:nvPr>
        </p:nvSpPr>
        <p:spPr>
          <a:xfrm>
            <a:off x="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10"/>
          <p:cNvSpPr txBox="1">
            <a:spLocks noGrp="1"/>
          </p:cNvSpPr>
          <p:nvPr>
            <p:ph type="title"/>
          </p:nvPr>
        </p:nvSpPr>
        <p:spPr>
          <a:xfrm>
            <a:off x="720000" y="386205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3"/>
          <p:cNvSpPr/>
          <p:nvPr/>
        </p:nvSpPr>
        <p:spPr>
          <a:xfrm>
            <a:off x="4176175" y="2967151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-10492926">
            <a:off x="-1478272" y="3333183"/>
            <a:ext cx="3817099" cy="3985333"/>
          </a:xfrm>
          <a:custGeom>
            <a:avLst/>
            <a:gdLst/>
            <a:ahLst/>
            <a:cxnLst/>
            <a:rect l="l" t="t" r="r" b="b"/>
            <a:pathLst>
              <a:path w="28620" h="29882" extrusionOk="0">
                <a:moveTo>
                  <a:pt x="9332" y="0"/>
                </a:moveTo>
                <a:cubicBezTo>
                  <a:pt x="8101" y="0"/>
                  <a:pt x="6861" y="562"/>
                  <a:pt x="5978" y="1437"/>
                </a:cubicBezTo>
                <a:cubicBezTo>
                  <a:pt x="5210" y="2195"/>
                  <a:pt x="4693" y="3149"/>
                  <a:pt x="4363" y="4166"/>
                </a:cubicBezTo>
                <a:cubicBezTo>
                  <a:pt x="4042" y="5192"/>
                  <a:pt x="3961" y="6272"/>
                  <a:pt x="3560" y="7280"/>
                </a:cubicBezTo>
                <a:cubicBezTo>
                  <a:pt x="2721" y="9341"/>
                  <a:pt x="750" y="10554"/>
                  <a:pt x="295" y="12829"/>
                </a:cubicBezTo>
                <a:cubicBezTo>
                  <a:pt x="0" y="14310"/>
                  <a:pt x="331" y="15933"/>
                  <a:pt x="1312" y="17084"/>
                </a:cubicBezTo>
                <a:cubicBezTo>
                  <a:pt x="1963" y="17842"/>
                  <a:pt x="2846" y="18360"/>
                  <a:pt x="3783" y="18708"/>
                </a:cubicBezTo>
                <a:cubicBezTo>
                  <a:pt x="4247" y="18877"/>
                  <a:pt x="4720" y="18993"/>
                  <a:pt x="5192" y="19100"/>
                </a:cubicBezTo>
                <a:cubicBezTo>
                  <a:pt x="5549" y="19189"/>
                  <a:pt x="5915" y="19261"/>
                  <a:pt x="6272" y="19350"/>
                </a:cubicBezTo>
                <a:cubicBezTo>
                  <a:pt x="6879" y="19511"/>
                  <a:pt x="7423" y="19957"/>
                  <a:pt x="7878" y="20385"/>
                </a:cubicBezTo>
                <a:cubicBezTo>
                  <a:pt x="8913" y="21339"/>
                  <a:pt x="9671" y="22579"/>
                  <a:pt x="10331" y="23811"/>
                </a:cubicBezTo>
                <a:cubicBezTo>
                  <a:pt x="11009" y="25086"/>
                  <a:pt x="11518" y="26398"/>
                  <a:pt x="12508" y="27468"/>
                </a:cubicBezTo>
                <a:cubicBezTo>
                  <a:pt x="13418" y="28458"/>
                  <a:pt x="14577" y="29217"/>
                  <a:pt x="15871" y="29600"/>
                </a:cubicBezTo>
                <a:cubicBezTo>
                  <a:pt x="16506" y="29788"/>
                  <a:pt x="17169" y="29882"/>
                  <a:pt x="17832" y="29882"/>
                </a:cubicBezTo>
                <a:cubicBezTo>
                  <a:pt x="19368" y="29882"/>
                  <a:pt x="20902" y="29380"/>
                  <a:pt x="22080" y="28396"/>
                </a:cubicBezTo>
                <a:cubicBezTo>
                  <a:pt x="22928" y="27700"/>
                  <a:pt x="23614" y="26665"/>
                  <a:pt x="23498" y="25577"/>
                </a:cubicBezTo>
                <a:cubicBezTo>
                  <a:pt x="23427" y="24836"/>
                  <a:pt x="22990" y="24176"/>
                  <a:pt x="22446" y="23677"/>
                </a:cubicBezTo>
                <a:cubicBezTo>
                  <a:pt x="21732" y="23025"/>
                  <a:pt x="20822" y="22695"/>
                  <a:pt x="20153" y="22000"/>
                </a:cubicBezTo>
                <a:cubicBezTo>
                  <a:pt x="19074" y="20867"/>
                  <a:pt x="18797" y="19038"/>
                  <a:pt x="19502" y="17637"/>
                </a:cubicBezTo>
                <a:cubicBezTo>
                  <a:pt x="20233" y="16192"/>
                  <a:pt x="21625" y="15648"/>
                  <a:pt x="23133" y="15541"/>
                </a:cubicBezTo>
                <a:cubicBezTo>
                  <a:pt x="24623" y="15434"/>
                  <a:pt x="26219" y="14443"/>
                  <a:pt x="27156" y="13302"/>
                </a:cubicBezTo>
                <a:cubicBezTo>
                  <a:pt x="28182" y="12053"/>
                  <a:pt x="28619" y="10277"/>
                  <a:pt x="28075" y="8752"/>
                </a:cubicBezTo>
                <a:cubicBezTo>
                  <a:pt x="27754" y="7851"/>
                  <a:pt x="27058" y="7084"/>
                  <a:pt x="26202" y="6647"/>
                </a:cubicBezTo>
                <a:cubicBezTo>
                  <a:pt x="25635" y="6363"/>
                  <a:pt x="25044" y="6284"/>
                  <a:pt x="24441" y="6284"/>
                </a:cubicBezTo>
                <a:cubicBezTo>
                  <a:pt x="24077" y="6284"/>
                  <a:pt x="23708" y="6313"/>
                  <a:pt x="23338" y="6343"/>
                </a:cubicBezTo>
                <a:cubicBezTo>
                  <a:pt x="22809" y="6381"/>
                  <a:pt x="22275" y="6405"/>
                  <a:pt x="21741" y="6405"/>
                </a:cubicBezTo>
                <a:cubicBezTo>
                  <a:pt x="19781" y="6405"/>
                  <a:pt x="17823" y="6089"/>
                  <a:pt x="16112" y="5023"/>
                </a:cubicBezTo>
                <a:cubicBezTo>
                  <a:pt x="14988" y="4327"/>
                  <a:pt x="14158" y="3274"/>
                  <a:pt x="13293" y="2293"/>
                </a:cubicBezTo>
                <a:cubicBezTo>
                  <a:pt x="12508" y="1401"/>
                  <a:pt x="11607" y="536"/>
                  <a:pt x="10474" y="179"/>
                </a:cubicBezTo>
                <a:cubicBezTo>
                  <a:pt x="10099" y="54"/>
                  <a:pt x="9715" y="0"/>
                  <a:pt x="9332" y="0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6" name="Google Shape;126;p13"/>
          <p:cNvGrpSpPr/>
          <p:nvPr/>
        </p:nvGrpSpPr>
        <p:grpSpPr>
          <a:xfrm>
            <a:off x="-54470" y="2967153"/>
            <a:ext cx="774471" cy="1912390"/>
            <a:chOff x="-54470" y="2967153"/>
            <a:chExt cx="774471" cy="1912390"/>
          </a:xfrm>
        </p:grpSpPr>
        <p:sp>
          <p:nvSpPr>
            <p:cNvPr id="127" name="Google Shape;127;p13"/>
            <p:cNvSpPr/>
            <p:nvPr/>
          </p:nvSpPr>
          <p:spPr>
            <a:xfrm>
              <a:off x="59978" y="42194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3"/>
            <p:cNvSpPr/>
            <p:nvPr/>
          </p:nvSpPr>
          <p:spPr>
            <a:xfrm>
              <a:off x="-54470" y="34743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3"/>
            <p:cNvSpPr/>
            <p:nvPr/>
          </p:nvSpPr>
          <p:spPr>
            <a:xfrm>
              <a:off x="338511" y="296715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3"/>
            <p:cNvSpPr/>
            <p:nvPr/>
          </p:nvSpPr>
          <p:spPr>
            <a:xfrm>
              <a:off x="338511" y="38308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1" name="Google Shape;131;p13"/>
          <p:cNvGrpSpPr/>
          <p:nvPr/>
        </p:nvGrpSpPr>
        <p:grpSpPr>
          <a:xfrm>
            <a:off x="7524578" y="2640103"/>
            <a:ext cx="1523397" cy="2294040"/>
            <a:chOff x="7524578" y="2640103"/>
            <a:chExt cx="1523397" cy="2294040"/>
          </a:xfrm>
        </p:grpSpPr>
        <p:sp>
          <p:nvSpPr>
            <p:cNvPr id="132" name="Google Shape;132;p13"/>
            <p:cNvSpPr/>
            <p:nvPr/>
          </p:nvSpPr>
          <p:spPr>
            <a:xfrm>
              <a:off x="7524578" y="427404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3"/>
            <p:cNvSpPr/>
            <p:nvPr/>
          </p:nvSpPr>
          <p:spPr>
            <a:xfrm>
              <a:off x="8430905" y="425356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3"/>
            <p:cNvSpPr/>
            <p:nvPr/>
          </p:nvSpPr>
          <p:spPr>
            <a:xfrm>
              <a:off x="8478061" y="26401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3"/>
            <p:cNvSpPr/>
            <p:nvPr/>
          </p:nvSpPr>
          <p:spPr>
            <a:xfrm>
              <a:off x="8151036" y="37764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3"/>
            <p:cNvSpPr/>
            <p:nvPr/>
          </p:nvSpPr>
          <p:spPr>
            <a:xfrm>
              <a:off x="8579205" y="33075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7" name="Google Shape;137;p13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title" idx="2" hasCustomPrompt="1"/>
          </p:nvPr>
        </p:nvSpPr>
        <p:spPr>
          <a:xfrm>
            <a:off x="1255644" y="1753825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39" name="Google Shape;139;p13"/>
          <p:cNvSpPr txBox="1">
            <a:spLocks noGrp="1"/>
          </p:cNvSpPr>
          <p:nvPr>
            <p:ph type="title" idx="3" hasCustomPrompt="1"/>
          </p:nvPr>
        </p:nvSpPr>
        <p:spPr>
          <a:xfrm>
            <a:off x="1255644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0" name="Google Shape;140;p13"/>
          <p:cNvSpPr txBox="1">
            <a:spLocks noGrp="1"/>
          </p:cNvSpPr>
          <p:nvPr>
            <p:ph type="title" idx="4" hasCustomPrompt="1"/>
          </p:nvPr>
        </p:nvSpPr>
        <p:spPr>
          <a:xfrm>
            <a:off x="4684638" y="1753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 idx="5" hasCustomPrompt="1"/>
          </p:nvPr>
        </p:nvSpPr>
        <p:spPr>
          <a:xfrm>
            <a:off x="4684638" y="3258829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>
            <a:spLocks noGrp="1"/>
          </p:cNvSpPr>
          <p:nvPr>
            <p:ph type="subTitle" idx="1"/>
          </p:nvPr>
        </p:nvSpPr>
        <p:spPr>
          <a:xfrm>
            <a:off x="2307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3" name="Google Shape;143;p13"/>
          <p:cNvSpPr txBox="1">
            <a:spLocks noGrp="1"/>
          </p:cNvSpPr>
          <p:nvPr>
            <p:ph type="subTitle" idx="6"/>
          </p:nvPr>
        </p:nvSpPr>
        <p:spPr>
          <a:xfrm>
            <a:off x="5736450" y="1753825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4" name="Google Shape;144;p13"/>
          <p:cNvSpPr txBox="1">
            <a:spLocks noGrp="1"/>
          </p:cNvSpPr>
          <p:nvPr>
            <p:ph type="subTitle" idx="7"/>
          </p:nvPr>
        </p:nvSpPr>
        <p:spPr>
          <a:xfrm>
            <a:off x="2307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5" name="Google Shape;145;p13"/>
          <p:cNvSpPr txBox="1">
            <a:spLocks noGrp="1"/>
          </p:cNvSpPr>
          <p:nvPr>
            <p:ph type="subTitle" idx="8"/>
          </p:nvPr>
        </p:nvSpPr>
        <p:spPr>
          <a:xfrm>
            <a:off x="5736450" y="3258824"/>
            <a:ext cx="2151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Bebas Neue"/>
              <a:buNone/>
              <a:defRPr sz="20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2"/>
          <p:cNvSpPr/>
          <p:nvPr/>
        </p:nvSpPr>
        <p:spPr>
          <a:xfrm rot="-6125281">
            <a:off x="6780953" y="-507545"/>
            <a:ext cx="4634067" cy="2824557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2"/>
          <p:cNvSpPr/>
          <p:nvPr/>
        </p:nvSpPr>
        <p:spPr>
          <a:xfrm flipH="1">
            <a:off x="-1192290" y="3569975"/>
            <a:ext cx="5029983" cy="2068243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277;p22"/>
          <p:cNvGrpSpPr/>
          <p:nvPr/>
        </p:nvGrpSpPr>
        <p:grpSpPr>
          <a:xfrm>
            <a:off x="53078" y="3519092"/>
            <a:ext cx="666922" cy="1553796"/>
            <a:chOff x="53078" y="3519092"/>
            <a:chExt cx="666922" cy="1553796"/>
          </a:xfrm>
        </p:grpSpPr>
        <p:sp>
          <p:nvSpPr>
            <p:cNvPr id="278" name="Google Shape;278;p22"/>
            <p:cNvSpPr/>
            <p:nvPr/>
          </p:nvSpPr>
          <p:spPr>
            <a:xfrm>
              <a:off x="53078" y="35190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2"/>
            <p:cNvSpPr/>
            <p:nvPr/>
          </p:nvSpPr>
          <p:spPr>
            <a:xfrm>
              <a:off x="251230" y="46040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2"/>
            <p:cNvSpPr/>
            <p:nvPr/>
          </p:nvSpPr>
          <p:spPr>
            <a:xfrm>
              <a:off x="148697" y="43264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1" name="Google Shape;281;p22"/>
          <p:cNvGrpSpPr/>
          <p:nvPr/>
        </p:nvGrpSpPr>
        <p:grpSpPr>
          <a:xfrm>
            <a:off x="7618822" y="111365"/>
            <a:ext cx="1576005" cy="1123414"/>
            <a:chOff x="7618822" y="111365"/>
            <a:chExt cx="1576005" cy="1123414"/>
          </a:xfrm>
        </p:grpSpPr>
        <p:sp>
          <p:nvSpPr>
            <p:cNvPr id="282" name="Google Shape;282;p22"/>
            <p:cNvSpPr/>
            <p:nvPr/>
          </p:nvSpPr>
          <p:spPr>
            <a:xfrm>
              <a:off x="8267398" y="11137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2"/>
            <p:cNvSpPr/>
            <p:nvPr/>
          </p:nvSpPr>
          <p:spPr>
            <a:xfrm>
              <a:off x="8534803" y="574679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2"/>
            <p:cNvSpPr/>
            <p:nvPr/>
          </p:nvSpPr>
          <p:spPr>
            <a:xfrm>
              <a:off x="7618822" y="111365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3"/>
          <p:cNvSpPr/>
          <p:nvPr/>
        </p:nvSpPr>
        <p:spPr>
          <a:xfrm>
            <a:off x="4182350" y="2075876"/>
            <a:ext cx="5728043" cy="3491380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23"/>
          <p:cNvSpPr/>
          <p:nvPr/>
        </p:nvSpPr>
        <p:spPr>
          <a:xfrm>
            <a:off x="5816848" y="3347141"/>
            <a:ext cx="4013990" cy="1875356"/>
          </a:xfrm>
          <a:custGeom>
            <a:avLst/>
            <a:gdLst/>
            <a:ahLst/>
            <a:cxnLst/>
            <a:rect l="l" t="t" r="r" b="b"/>
            <a:pathLst>
              <a:path w="22438" h="10483" extrusionOk="0">
                <a:moveTo>
                  <a:pt x="18307" y="1053"/>
                </a:moveTo>
                <a:cubicBezTo>
                  <a:pt x="17174" y="1740"/>
                  <a:pt x="16505" y="2560"/>
                  <a:pt x="15773" y="3640"/>
                </a:cubicBezTo>
                <a:lnTo>
                  <a:pt x="15773" y="3640"/>
                </a:lnTo>
                <a:cubicBezTo>
                  <a:pt x="15149" y="4550"/>
                  <a:pt x="14658" y="5593"/>
                  <a:pt x="13668" y="6164"/>
                </a:cubicBezTo>
                <a:lnTo>
                  <a:pt x="13668" y="6164"/>
                </a:lnTo>
                <a:cubicBezTo>
                  <a:pt x="12606" y="6762"/>
                  <a:pt x="11009" y="6896"/>
                  <a:pt x="9823" y="6539"/>
                </a:cubicBezTo>
                <a:lnTo>
                  <a:pt x="9823" y="6539"/>
                </a:lnTo>
                <a:cubicBezTo>
                  <a:pt x="8565" y="6156"/>
                  <a:pt x="7049" y="5906"/>
                  <a:pt x="5791" y="6477"/>
                </a:cubicBezTo>
                <a:lnTo>
                  <a:pt x="5791" y="6477"/>
                </a:lnTo>
                <a:cubicBezTo>
                  <a:pt x="4497" y="7057"/>
                  <a:pt x="3293" y="7931"/>
                  <a:pt x="2151" y="8752"/>
                </a:cubicBezTo>
                <a:lnTo>
                  <a:pt x="2151" y="8752"/>
                </a:lnTo>
                <a:cubicBezTo>
                  <a:pt x="1410" y="9296"/>
                  <a:pt x="670" y="9858"/>
                  <a:pt x="1" y="10482"/>
                </a:cubicBezTo>
                <a:lnTo>
                  <a:pt x="1" y="10482"/>
                </a:lnTo>
                <a:lnTo>
                  <a:pt x="22393" y="10482"/>
                </a:lnTo>
                <a:lnTo>
                  <a:pt x="22437" y="98"/>
                </a:lnTo>
                <a:cubicBezTo>
                  <a:pt x="22179" y="27"/>
                  <a:pt x="21902" y="0"/>
                  <a:pt x="21617" y="0"/>
                </a:cubicBezTo>
                <a:lnTo>
                  <a:pt x="21617" y="0"/>
                </a:lnTo>
                <a:cubicBezTo>
                  <a:pt x="20466" y="0"/>
                  <a:pt x="19208" y="517"/>
                  <a:pt x="18307" y="1053"/>
                </a:cubicBezTo>
                <a:close/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23"/>
          <p:cNvSpPr/>
          <p:nvPr/>
        </p:nvSpPr>
        <p:spPr>
          <a:xfrm rot="-9720741">
            <a:off x="-717073" y="-1675999"/>
            <a:ext cx="5728060" cy="3491392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9" name="Google Shape;289;p23"/>
          <p:cNvGrpSpPr/>
          <p:nvPr/>
        </p:nvGrpSpPr>
        <p:grpSpPr>
          <a:xfrm>
            <a:off x="531953" y="54192"/>
            <a:ext cx="2525032" cy="660100"/>
            <a:chOff x="531953" y="54192"/>
            <a:chExt cx="2525032" cy="660100"/>
          </a:xfrm>
        </p:grpSpPr>
        <p:sp>
          <p:nvSpPr>
            <p:cNvPr id="290" name="Google Shape;290;p23"/>
            <p:cNvSpPr/>
            <p:nvPr/>
          </p:nvSpPr>
          <p:spPr>
            <a:xfrm>
              <a:off x="531953" y="54192"/>
              <a:ext cx="660023" cy="660100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3"/>
            <p:cNvSpPr/>
            <p:nvPr/>
          </p:nvSpPr>
          <p:spPr>
            <a:xfrm>
              <a:off x="2311280" y="245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3"/>
            <p:cNvSpPr/>
            <p:nvPr/>
          </p:nvSpPr>
          <p:spPr>
            <a:xfrm>
              <a:off x="1841797" y="164290"/>
              <a:ext cx="238346" cy="238372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rgbClr val="FFFFFF">
                    <a:alpha val="50196"/>
                  </a:srgbClr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3"/>
            <p:cNvSpPr/>
            <p:nvPr/>
          </p:nvSpPr>
          <p:spPr>
            <a:xfrm>
              <a:off x="2729973" y="542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2"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4"/>
          <p:cNvSpPr/>
          <p:nvPr/>
        </p:nvSpPr>
        <p:spPr>
          <a:xfrm rot="1292342" flipH="1">
            <a:off x="-2419456" y="2200421"/>
            <a:ext cx="6095930" cy="3491359"/>
          </a:xfrm>
          <a:custGeom>
            <a:avLst/>
            <a:gdLst/>
            <a:ahLst/>
            <a:cxnLst/>
            <a:rect l="l" t="t" r="r" b="b"/>
            <a:pathLst>
              <a:path w="31849" h="19413" extrusionOk="0">
                <a:moveTo>
                  <a:pt x="29707" y="1945"/>
                </a:moveTo>
                <a:cubicBezTo>
                  <a:pt x="29279" y="2258"/>
                  <a:pt x="28663" y="2588"/>
                  <a:pt x="28146" y="2695"/>
                </a:cubicBezTo>
                <a:lnTo>
                  <a:pt x="28146" y="2695"/>
                </a:lnTo>
                <a:cubicBezTo>
                  <a:pt x="27334" y="2864"/>
                  <a:pt x="26522" y="2686"/>
                  <a:pt x="25710" y="2516"/>
                </a:cubicBezTo>
                <a:lnTo>
                  <a:pt x="25710" y="2516"/>
                </a:lnTo>
                <a:cubicBezTo>
                  <a:pt x="25131" y="2391"/>
                  <a:pt x="24560" y="2266"/>
                  <a:pt x="23989" y="2266"/>
                </a:cubicBezTo>
                <a:lnTo>
                  <a:pt x="23989" y="2266"/>
                </a:lnTo>
                <a:cubicBezTo>
                  <a:pt x="22552" y="2275"/>
                  <a:pt x="21330" y="2962"/>
                  <a:pt x="20741" y="4274"/>
                </a:cubicBezTo>
                <a:lnTo>
                  <a:pt x="20741" y="4274"/>
                </a:lnTo>
                <a:cubicBezTo>
                  <a:pt x="20135" y="5621"/>
                  <a:pt x="20982" y="7164"/>
                  <a:pt x="20117" y="8493"/>
                </a:cubicBezTo>
                <a:lnTo>
                  <a:pt x="20117" y="8493"/>
                </a:lnTo>
                <a:cubicBezTo>
                  <a:pt x="19162" y="9956"/>
                  <a:pt x="17682" y="8440"/>
                  <a:pt x="16772" y="7726"/>
                </a:cubicBezTo>
                <a:lnTo>
                  <a:pt x="16772" y="7726"/>
                </a:lnTo>
                <a:cubicBezTo>
                  <a:pt x="15737" y="6905"/>
                  <a:pt x="13997" y="6379"/>
                  <a:pt x="12766" y="7111"/>
                </a:cubicBezTo>
                <a:lnTo>
                  <a:pt x="12766" y="7111"/>
                </a:lnTo>
                <a:cubicBezTo>
                  <a:pt x="12186" y="7450"/>
                  <a:pt x="11678" y="8083"/>
                  <a:pt x="11410" y="8698"/>
                </a:cubicBezTo>
                <a:lnTo>
                  <a:pt x="11410" y="8698"/>
                </a:lnTo>
                <a:cubicBezTo>
                  <a:pt x="11107" y="9403"/>
                  <a:pt x="11125" y="10162"/>
                  <a:pt x="10884" y="10857"/>
                </a:cubicBezTo>
                <a:lnTo>
                  <a:pt x="10884" y="10857"/>
                </a:lnTo>
                <a:cubicBezTo>
                  <a:pt x="10661" y="11482"/>
                  <a:pt x="10179" y="12285"/>
                  <a:pt x="9528" y="12561"/>
                </a:cubicBezTo>
                <a:lnTo>
                  <a:pt x="9528" y="12561"/>
                </a:lnTo>
                <a:cubicBezTo>
                  <a:pt x="8832" y="12865"/>
                  <a:pt x="8065" y="12882"/>
                  <a:pt x="7342" y="12989"/>
                </a:cubicBezTo>
                <a:lnTo>
                  <a:pt x="7342" y="12989"/>
                </a:lnTo>
                <a:cubicBezTo>
                  <a:pt x="4371" y="13427"/>
                  <a:pt x="1490" y="15273"/>
                  <a:pt x="330" y="18119"/>
                </a:cubicBezTo>
                <a:lnTo>
                  <a:pt x="330" y="18119"/>
                </a:lnTo>
                <a:cubicBezTo>
                  <a:pt x="187" y="18476"/>
                  <a:pt x="0" y="19020"/>
                  <a:pt x="27" y="19413"/>
                </a:cubicBezTo>
                <a:lnTo>
                  <a:pt x="27" y="19413"/>
                </a:lnTo>
                <a:lnTo>
                  <a:pt x="31848" y="19413"/>
                </a:lnTo>
                <a:lnTo>
                  <a:pt x="31384" y="1"/>
                </a:lnTo>
                <a:cubicBezTo>
                  <a:pt x="31188" y="679"/>
                  <a:pt x="30269" y="1526"/>
                  <a:pt x="29707" y="1945"/>
                </a:cubicBezTo>
              </a:path>
            </a:pathLst>
          </a:custGeom>
          <a:gradFill>
            <a:gsLst>
              <a:gs pos="0">
                <a:schemeClr val="lt1"/>
              </a:gs>
              <a:gs pos="100000">
                <a:srgbClr val="8134EC">
                  <a:alpha val="70196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p24"/>
          <p:cNvSpPr/>
          <p:nvPr/>
        </p:nvSpPr>
        <p:spPr>
          <a:xfrm rot="5400000">
            <a:off x="6537482" y="2747717"/>
            <a:ext cx="3524097" cy="2396762"/>
          </a:xfrm>
          <a:custGeom>
            <a:avLst/>
            <a:gdLst/>
            <a:ahLst/>
            <a:cxnLst/>
            <a:rect l="l" t="t" r="r" b="b"/>
            <a:pathLst>
              <a:path w="20635" h="14034" extrusionOk="0">
                <a:moveTo>
                  <a:pt x="20635" y="687"/>
                </a:moveTo>
                <a:cubicBezTo>
                  <a:pt x="18637" y="687"/>
                  <a:pt x="16638" y="768"/>
                  <a:pt x="14649" y="643"/>
                </a:cubicBezTo>
                <a:cubicBezTo>
                  <a:pt x="12552" y="509"/>
                  <a:pt x="10492" y="224"/>
                  <a:pt x="8377" y="224"/>
                </a:cubicBezTo>
                <a:cubicBezTo>
                  <a:pt x="6879" y="224"/>
                  <a:pt x="5380" y="313"/>
                  <a:pt x="3899" y="313"/>
                </a:cubicBezTo>
                <a:cubicBezTo>
                  <a:pt x="3132" y="313"/>
                  <a:pt x="955" y="0"/>
                  <a:pt x="509" y="875"/>
                </a:cubicBezTo>
                <a:cubicBezTo>
                  <a:pt x="1" y="1883"/>
                  <a:pt x="2329" y="3792"/>
                  <a:pt x="2989" y="4300"/>
                </a:cubicBezTo>
                <a:cubicBezTo>
                  <a:pt x="4185" y="5228"/>
                  <a:pt x="5433" y="5335"/>
                  <a:pt x="6879" y="5549"/>
                </a:cubicBezTo>
                <a:cubicBezTo>
                  <a:pt x="8422" y="5781"/>
                  <a:pt x="9832" y="5995"/>
                  <a:pt x="11107" y="6941"/>
                </a:cubicBezTo>
                <a:cubicBezTo>
                  <a:pt x="12196" y="7762"/>
                  <a:pt x="12829" y="8966"/>
                  <a:pt x="13516" y="10099"/>
                </a:cubicBezTo>
                <a:cubicBezTo>
                  <a:pt x="14230" y="11268"/>
                  <a:pt x="15291" y="12151"/>
                  <a:pt x="16496" y="12775"/>
                </a:cubicBezTo>
                <a:cubicBezTo>
                  <a:pt x="17566" y="13320"/>
                  <a:pt x="19074" y="13998"/>
                  <a:pt x="20278" y="14033"/>
                </a:cubicBezTo>
                <a:cubicBezTo>
                  <a:pt x="20421" y="13221"/>
                  <a:pt x="20314" y="12383"/>
                  <a:pt x="20332" y="11562"/>
                </a:cubicBezTo>
                <a:cubicBezTo>
                  <a:pt x="20349" y="10732"/>
                  <a:pt x="20635" y="9930"/>
                  <a:pt x="20635" y="9109"/>
                </a:cubicBezTo>
                <a:cubicBezTo>
                  <a:pt x="20635" y="8252"/>
                  <a:pt x="20635" y="7387"/>
                  <a:pt x="20635" y="6531"/>
                </a:cubicBezTo>
                <a:lnTo>
                  <a:pt x="20635" y="1713"/>
                </a:lnTo>
                <a:close/>
              </a:path>
            </a:pathLst>
          </a:custGeom>
          <a:gradFill>
            <a:gsLst>
              <a:gs pos="0">
                <a:srgbClr val="8134EC">
                  <a:alpha val="70196"/>
                </a:srgbClr>
              </a:gs>
              <a:gs pos="100000">
                <a:schemeClr val="accent1"/>
              </a:gs>
            </a:gsLst>
            <a:lin ang="1350003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7" name="Google Shape;297;p24"/>
          <p:cNvGrpSpPr/>
          <p:nvPr/>
        </p:nvGrpSpPr>
        <p:grpSpPr>
          <a:xfrm>
            <a:off x="8209011" y="2860943"/>
            <a:ext cx="934985" cy="2170316"/>
            <a:chOff x="8220061" y="2910118"/>
            <a:chExt cx="934985" cy="2170316"/>
          </a:xfrm>
        </p:grpSpPr>
        <p:sp>
          <p:nvSpPr>
            <p:cNvPr id="298" name="Google Shape;298;p24"/>
            <p:cNvSpPr/>
            <p:nvPr/>
          </p:nvSpPr>
          <p:spPr>
            <a:xfrm>
              <a:off x="8495023" y="4363315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4"/>
            <p:cNvSpPr/>
            <p:nvPr/>
          </p:nvSpPr>
          <p:spPr>
            <a:xfrm>
              <a:off x="8737186" y="3731603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24"/>
            <p:cNvSpPr/>
            <p:nvPr/>
          </p:nvSpPr>
          <p:spPr>
            <a:xfrm>
              <a:off x="8220061" y="4753390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24"/>
            <p:cNvSpPr/>
            <p:nvPr/>
          </p:nvSpPr>
          <p:spPr>
            <a:xfrm>
              <a:off x="8552930" y="2910118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2" name="Google Shape;302;p24"/>
          <p:cNvGrpSpPr/>
          <p:nvPr/>
        </p:nvGrpSpPr>
        <p:grpSpPr>
          <a:xfrm rot="7347507">
            <a:off x="371745" y="3666596"/>
            <a:ext cx="682717" cy="1547317"/>
            <a:chOff x="-33427" y="3476090"/>
            <a:chExt cx="682702" cy="1547282"/>
          </a:xfrm>
        </p:grpSpPr>
        <p:sp>
          <p:nvSpPr>
            <p:cNvPr id="303" name="Google Shape;303;p24"/>
            <p:cNvSpPr/>
            <p:nvPr/>
          </p:nvSpPr>
          <p:spPr>
            <a:xfrm>
              <a:off x="180505" y="4256493"/>
              <a:ext cx="468769" cy="468795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4"/>
            <p:cNvSpPr/>
            <p:nvPr/>
          </p:nvSpPr>
          <p:spPr>
            <a:xfrm>
              <a:off x="-33427" y="3476090"/>
              <a:ext cx="660023" cy="66006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4"/>
            <p:cNvSpPr/>
            <p:nvPr/>
          </p:nvSpPr>
          <p:spPr>
            <a:xfrm>
              <a:off x="133086" y="4696328"/>
              <a:ext cx="327012" cy="327044"/>
            </a:xfrm>
            <a:custGeom>
              <a:avLst/>
              <a:gdLst/>
              <a:ahLst/>
              <a:cxnLst/>
              <a:rect l="l" t="t" r="r" b="b"/>
              <a:pathLst>
                <a:path w="4809" h="4810" extrusionOk="0">
                  <a:moveTo>
                    <a:pt x="4345" y="1571"/>
                  </a:moveTo>
                  <a:cubicBezTo>
                    <a:pt x="4809" y="2641"/>
                    <a:pt x="4309" y="3890"/>
                    <a:pt x="3239" y="4345"/>
                  </a:cubicBezTo>
                  <a:cubicBezTo>
                    <a:pt x="2168" y="4809"/>
                    <a:pt x="919" y="4319"/>
                    <a:pt x="464" y="3248"/>
                  </a:cubicBezTo>
                  <a:cubicBezTo>
                    <a:pt x="0" y="2169"/>
                    <a:pt x="491" y="929"/>
                    <a:pt x="1571" y="465"/>
                  </a:cubicBezTo>
                  <a:cubicBezTo>
                    <a:pt x="2641" y="1"/>
                    <a:pt x="3881" y="500"/>
                    <a:pt x="4345" y="1571"/>
                  </a:cubicBezTo>
                </a:path>
              </a:pathLst>
            </a:custGeom>
            <a:gradFill>
              <a:gsLst>
                <a:gs pos="0">
                  <a:schemeClr val="dk2"/>
                </a:gs>
                <a:gs pos="5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accent1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539400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rispace"/>
              <a:buNone/>
              <a:defRPr sz="2800">
                <a:solidFill>
                  <a:schemeClr val="dk1"/>
                </a:solidFill>
                <a:latin typeface="Trispace"/>
                <a:ea typeface="Trispace"/>
                <a:cs typeface="Trispace"/>
                <a:sym typeface="Trispac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●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ven Pro"/>
              <a:buChar char="○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Maven Pro"/>
              <a:buChar char="■"/>
              <a:defRPr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8" r:id="rId6"/>
    <p:sldLayoutId id="2147483659" r:id="rId7"/>
    <p:sldLayoutId id="2147483668" r:id="rId8"/>
    <p:sldLayoutId id="2147483669" r:id="rId9"/>
    <p:sldLayoutId id="2147483670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orient="horz" pos="2900">
          <p15:clr>
            <a:srgbClr val="EA4335"/>
          </p15:clr>
        </p15:guide>
        <p15:guide id="4" pos="5311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0"/>
          <p:cNvSpPr txBox="1">
            <a:spLocks noGrp="1"/>
          </p:cNvSpPr>
          <p:nvPr>
            <p:ph type="title"/>
          </p:nvPr>
        </p:nvSpPr>
        <p:spPr>
          <a:xfrm>
            <a:off x="651420" y="0"/>
            <a:ext cx="7704000" cy="6324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Introdução do projeto com problemática, problema e objetivo. </a:t>
            </a:r>
            <a:endParaRPr dirty="0"/>
          </a:p>
        </p:txBody>
      </p:sp>
      <p:sp>
        <p:nvSpPr>
          <p:cNvPr id="373" name="Google Shape;373;p30"/>
          <p:cNvSpPr txBox="1"/>
          <p:nvPr/>
        </p:nvSpPr>
        <p:spPr>
          <a:xfrm>
            <a:off x="723900" y="1188721"/>
            <a:ext cx="7631520" cy="411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800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Problemática</a:t>
            </a:r>
            <a:r>
              <a:rPr lang="pt-BR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:</a:t>
            </a:r>
            <a:r>
              <a:rPr lang="pt-BR" sz="1000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</a:t>
            </a:r>
            <a:r>
              <a:rPr lang="pt-BR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A problemática envolve a dificuldade da empresa em entender e responder às insatisfações  dos consumidores, o que pode impactar sua reputação e vendas.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b="1" dirty="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800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Problema</a:t>
            </a:r>
            <a:r>
              <a:rPr lang="pt-BR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: O problema é a falta de uma análise sistemática e eficiente das reclamações, que permite identificar quais produtos, modelos e motivos geram mais insatisfações, facilitando a tomada de decisões para melhorias.</a:t>
            </a: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pt-BR" sz="1200" b="1" dirty="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  <a:p>
            <a:pPr marL="17145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800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Objetivo</a:t>
            </a:r>
            <a:r>
              <a:rPr lang="pt-BR" b="1" dirty="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: O objetivo é fornecer uma ferramenta que analise e categoriza automaticamente as reclamações, permitindo que a empresa identifique rapidamente os produtos e serviços mais problemáticos, além das principais causas de insatisfação, para implementar melhorias e aumentar a satisfação do cliente. </a:t>
            </a:r>
            <a:endParaRPr b="1" dirty="0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1"/>
          <p:cNvSpPr txBox="1">
            <a:spLocks noGrp="1"/>
          </p:cNvSpPr>
          <p:nvPr>
            <p:ph type="title"/>
          </p:nvPr>
        </p:nvSpPr>
        <p:spPr>
          <a:xfrm>
            <a:off x="1535206" y="323353"/>
            <a:ext cx="6389594" cy="841800"/>
          </a:xfr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500" dirty="0"/>
              <a:t>Aderências as disciplinas</a:t>
            </a:r>
            <a:endParaRPr lang="pt-BR" sz="3500" b="0" dirty="0"/>
          </a:p>
        </p:txBody>
      </p:sp>
      <p:sp>
        <p:nvSpPr>
          <p:cNvPr id="394" name="Subtitle 2">
            <a:extLst>
              <a:ext uri="{FF2B5EF4-FFF2-40B4-BE49-F238E27FC236}">
                <a16:creationId xmlns:a16="http://schemas.microsoft.com/office/drawing/2014/main" id="{73AFD5A9-466A-583C-5FD1-30D0960C39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6910" y="1429604"/>
            <a:ext cx="7753814" cy="2626263"/>
          </a:xfrm>
        </p:spPr>
        <p:txBody>
          <a:bodyPr/>
          <a:lstStyle/>
          <a:p>
            <a:pPr algn="l"/>
            <a:r>
              <a:rPr lang="pt-BR" sz="2000" dirty="0"/>
              <a:t>Utilizamos a matéria de programação orientada a objeto na </a:t>
            </a:r>
          </a:p>
          <a:p>
            <a:pPr algn="l"/>
            <a:r>
              <a:rPr lang="pt-BR" sz="2000" dirty="0"/>
              <a:t>criação da interface, onde é necessário criar diversas funções e </a:t>
            </a:r>
          </a:p>
          <a:p>
            <a:pPr algn="l"/>
            <a:r>
              <a:rPr lang="pt-BR" sz="2000" dirty="0"/>
              <a:t>atributos para o mesmo, já em estrutura de dados mexemos </a:t>
            </a:r>
          </a:p>
          <a:p>
            <a:pPr algn="l"/>
            <a:r>
              <a:rPr lang="pt-BR" sz="2000" dirty="0"/>
              <a:t>com </a:t>
            </a:r>
            <a:r>
              <a:rPr lang="pt-BR" sz="2000" dirty="0" err="1"/>
              <a:t>webscraping</a:t>
            </a:r>
            <a:r>
              <a:rPr lang="pt-BR" sz="2000" dirty="0"/>
              <a:t> e o banco de dados para melhor manipulação </a:t>
            </a:r>
          </a:p>
          <a:p>
            <a:pPr algn="l"/>
            <a:r>
              <a:rPr lang="pt-BR" sz="2000" dirty="0"/>
              <a:t>e organização dos dados.</a:t>
            </a:r>
            <a:endParaRPr lang="en-US" sz="2000" dirty="0"/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2"/>
          <p:cNvSpPr txBox="1">
            <a:spLocks noGrp="1"/>
          </p:cNvSpPr>
          <p:nvPr>
            <p:ph type="title"/>
          </p:nvPr>
        </p:nvSpPr>
        <p:spPr>
          <a:xfrm>
            <a:off x="1076040" y="951139"/>
            <a:ext cx="5135400" cy="60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Resultados e conclusões parciais</a:t>
            </a:r>
            <a:endParaRPr dirty="0"/>
          </a:p>
        </p:txBody>
      </p:sp>
      <p:sp>
        <p:nvSpPr>
          <p:cNvPr id="399" name="Google Shape;399;p32"/>
          <p:cNvSpPr txBox="1">
            <a:spLocks noGrp="1"/>
          </p:cNvSpPr>
          <p:nvPr>
            <p:ph type="body" idx="1"/>
          </p:nvPr>
        </p:nvSpPr>
        <p:spPr>
          <a:xfrm>
            <a:off x="646771" y="1661515"/>
            <a:ext cx="5201729" cy="25308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/>
              <a:t>Resultado: </a:t>
            </a:r>
            <a:r>
              <a:rPr lang="pt-BR" sz="1400" dirty="0"/>
              <a:t>Treino da ia para identificar o produto, marca, modelo e o motivo da reclamação porem com algumas inconsistências, integramos o banco de dados com o </a:t>
            </a:r>
            <a:r>
              <a:rPr lang="pt-BR" sz="1400" dirty="0" err="1"/>
              <a:t>webscrap</a:t>
            </a:r>
            <a:r>
              <a:rPr lang="pt-BR" sz="1400" dirty="0"/>
              <a:t> do </a:t>
            </a:r>
            <a:r>
              <a:rPr lang="pt-BR" sz="1400" dirty="0" err="1"/>
              <a:t>python</a:t>
            </a:r>
            <a:r>
              <a:rPr lang="pt-BR" sz="1400" dirty="0"/>
              <a:t> e criamos um ranqueamento dos produtos mais reclamados.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chemeClr val="dk1"/>
                </a:solidFill>
              </a:rPr>
              <a:t>Conclusão: </a:t>
            </a:r>
            <a:r>
              <a:rPr lang="pt-BR" sz="1400" dirty="0">
                <a:solidFill>
                  <a:schemeClr val="dk1"/>
                </a:solidFill>
              </a:rPr>
              <a:t>é necessário a implementação do front </a:t>
            </a:r>
            <a:r>
              <a:rPr lang="pt-BR" sz="1400" dirty="0" err="1">
                <a:solidFill>
                  <a:schemeClr val="dk1"/>
                </a:solidFill>
              </a:rPr>
              <a:t>end</a:t>
            </a:r>
            <a:r>
              <a:rPr lang="pt-BR" sz="1400" dirty="0">
                <a:solidFill>
                  <a:schemeClr val="dk1"/>
                </a:solidFill>
              </a:rPr>
              <a:t> com o </a:t>
            </a:r>
            <a:r>
              <a:rPr lang="pt-BR" sz="1400" dirty="0" err="1">
                <a:solidFill>
                  <a:schemeClr val="dk1"/>
                </a:solidFill>
              </a:rPr>
              <a:t>back</a:t>
            </a:r>
            <a:r>
              <a:rPr lang="pt-BR" sz="1400" dirty="0">
                <a:solidFill>
                  <a:schemeClr val="dk1"/>
                </a:solidFill>
              </a:rPr>
              <a:t> e o treinamento da ia com outras empresas.</a:t>
            </a:r>
            <a:endParaRPr sz="1400" dirty="0">
              <a:solidFill>
                <a:schemeClr val="dk1"/>
              </a:solidFill>
            </a:endParaRPr>
          </a:p>
        </p:txBody>
      </p:sp>
      <p:grpSp>
        <p:nvGrpSpPr>
          <p:cNvPr id="400" name="Google Shape;400;p32"/>
          <p:cNvGrpSpPr/>
          <p:nvPr/>
        </p:nvGrpSpPr>
        <p:grpSpPr>
          <a:xfrm>
            <a:off x="6110868" y="435689"/>
            <a:ext cx="3615113" cy="4090276"/>
            <a:chOff x="5710513" y="569504"/>
            <a:chExt cx="3877481" cy="4090276"/>
          </a:xfrm>
        </p:grpSpPr>
        <p:sp>
          <p:nvSpPr>
            <p:cNvPr id="401" name="Google Shape;401;p32"/>
            <p:cNvSpPr/>
            <p:nvPr/>
          </p:nvSpPr>
          <p:spPr>
            <a:xfrm rot="2062716">
              <a:off x="7347458" y="1325451"/>
              <a:ext cx="1985541" cy="1517391"/>
            </a:xfrm>
            <a:custGeom>
              <a:avLst/>
              <a:gdLst/>
              <a:ahLst/>
              <a:cxnLst/>
              <a:rect l="l" t="t" r="r" b="b"/>
              <a:pathLst>
                <a:path w="17932" h="13704" extrusionOk="0">
                  <a:moveTo>
                    <a:pt x="14568" y="536"/>
                  </a:moveTo>
                  <a:cubicBezTo>
                    <a:pt x="14568" y="536"/>
                    <a:pt x="13302" y="759"/>
                    <a:pt x="12204" y="1687"/>
                  </a:cubicBezTo>
                  <a:lnTo>
                    <a:pt x="12204" y="1687"/>
                  </a:lnTo>
                  <a:cubicBezTo>
                    <a:pt x="12204" y="1687"/>
                    <a:pt x="6272" y="4399"/>
                    <a:pt x="5683" y="4470"/>
                  </a:cubicBezTo>
                  <a:lnTo>
                    <a:pt x="5683" y="4470"/>
                  </a:lnTo>
                  <a:cubicBezTo>
                    <a:pt x="5683" y="4470"/>
                    <a:pt x="4684" y="4684"/>
                    <a:pt x="4282" y="5532"/>
                  </a:cubicBezTo>
                  <a:lnTo>
                    <a:pt x="4282" y="5532"/>
                  </a:lnTo>
                  <a:lnTo>
                    <a:pt x="1936" y="8395"/>
                  </a:lnTo>
                  <a:cubicBezTo>
                    <a:pt x="1936" y="8395"/>
                    <a:pt x="1115" y="10465"/>
                    <a:pt x="848" y="10715"/>
                  </a:cubicBezTo>
                  <a:lnTo>
                    <a:pt x="848" y="10715"/>
                  </a:lnTo>
                  <a:lnTo>
                    <a:pt x="0" y="12749"/>
                  </a:lnTo>
                  <a:cubicBezTo>
                    <a:pt x="0" y="12749"/>
                    <a:pt x="393" y="13703"/>
                    <a:pt x="1490" y="12401"/>
                  </a:cubicBezTo>
                  <a:lnTo>
                    <a:pt x="1490" y="12401"/>
                  </a:lnTo>
                  <a:cubicBezTo>
                    <a:pt x="1490" y="12401"/>
                    <a:pt x="2025" y="11776"/>
                    <a:pt x="2097" y="11321"/>
                  </a:cubicBezTo>
                  <a:lnTo>
                    <a:pt x="2097" y="11321"/>
                  </a:lnTo>
                  <a:cubicBezTo>
                    <a:pt x="2356" y="11045"/>
                    <a:pt x="2819" y="1079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2864" y="10135"/>
                    <a:pt x="2864" y="10135"/>
                  </a:cubicBezTo>
                  <a:lnTo>
                    <a:pt x="2864" y="10135"/>
                  </a:lnTo>
                  <a:cubicBezTo>
                    <a:pt x="2864" y="10135"/>
                    <a:pt x="3042" y="10028"/>
                    <a:pt x="3301" y="9849"/>
                  </a:cubicBezTo>
                  <a:lnTo>
                    <a:pt x="3301" y="9849"/>
                  </a:lnTo>
                  <a:cubicBezTo>
                    <a:pt x="3881" y="9448"/>
                    <a:pt x="4836" y="8699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4952" y="8021"/>
                    <a:pt x="4952" y="8021"/>
                  </a:cubicBezTo>
                  <a:lnTo>
                    <a:pt x="4952" y="8021"/>
                  </a:lnTo>
                  <a:cubicBezTo>
                    <a:pt x="4952" y="8021"/>
                    <a:pt x="6673" y="7619"/>
                    <a:pt x="7414" y="7307"/>
                  </a:cubicBezTo>
                  <a:lnTo>
                    <a:pt x="7414" y="7307"/>
                  </a:lnTo>
                  <a:cubicBezTo>
                    <a:pt x="7414" y="7307"/>
                    <a:pt x="8074" y="7628"/>
                    <a:pt x="8493" y="7905"/>
                  </a:cubicBezTo>
                  <a:lnTo>
                    <a:pt x="8493" y="7905"/>
                  </a:lnTo>
                  <a:lnTo>
                    <a:pt x="8493" y="7905"/>
                  </a:lnTo>
                  <a:cubicBezTo>
                    <a:pt x="8609" y="7985"/>
                    <a:pt x="8707" y="8056"/>
                    <a:pt x="8770" y="8119"/>
                  </a:cubicBezTo>
                  <a:lnTo>
                    <a:pt x="8770" y="8119"/>
                  </a:lnTo>
                  <a:cubicBezTo>
                    <a:pt x="8770" y="8119"/>
                    <a:pt x="8431" y="8832"/>
                    <a:pt x="7985" y="9162"/>
                  </a:cubicBezTo>
                  <a:lnTo>
                    <a:pt x="7985" y="9162"/>
                  </a:lnTo>
                  <a:cubicBezTo>
                    <a:pt x="7985" y="9162"/>
                    <a:pt x="7128" y="10037"/>
                    <a:pt x="6629" y="10608"/>
                  </a:cubicBezTo>
                  <a:lnTo>
                    <a:pt x="6629" y="10608"/>
                  </a:lnTo>
                  <a:cubicBezTo>
                    <a:pt x="6477" y="10777"/>
                    <a:pt x="6352" y="10920"/>
                    <a:pt x="6299" y="11009"/>
                  </a:cubicBezTo>
                  <a:lnTo>
                    <a:pt x="6299" y="11009"/>
                  </a:lnTo>
                  <a:cubicBezTo>
                    <a:pt x="6013" y="11419"/>
                    <a:pt x="5603" y="11946"/>
                    <a:pt x="6343" y="12561"/>
                  </a:cubicBezTo>
                  <a:lnTo>
                    <a:pt x="6343" y="12561"/>
                  </a:lnTo>
                  <a:cubicBezTo>
                    <a:pt x="6343" y="12561"/>
                    <a:pt x="6504" y="12695"/>
                    <a:pt x="6736" y="12740"/>
                  </a:cubicBezTo>
                  <a:lnTo>
                    <a:pt x="6736" y="12740"/>
                  </a:lnTo>
                  <a:cubicBezTo>
                    <a:pt x="6986" y="12784"/>
                    <a:pt x="7316" y="12722"/>
                    <a:pt x="7637" y="12329"/>
                  </a:cubicBezTo>
                  <a:lnTo>
                    <a:pt x="7637" y="12329"/>
                  </a:lnTo>
                  <a:cubicBezTo>
                    <a:pt x="7646" y="12312"/>
                    <a:pt x="7664" y="12285"/>
                    <a:pt x="7681" y="12267"/>
                  </a:cubicBezTo>
                  <a:lnTo>
                    <a:pt x="7681" y="12267"/>
                  </a:lnTo>
                  <a:cubicBezTo>
                    <a:pt x="7681" y="12267"/>
                    <a:pt x="8921" y="11419"/>
                    <a:pt x="9359" y="10492"/>
                  </a:cubicBezTo>
                  <a:lnTo>
                    <a:pt x="9359" y="10492"/>
                  </a:lnTo>
                  <a:lnTo>
                    <a:pt x="9956" y="9823"/>
                  </a:lnTo>
                  <a:lnTo>
                    <a:pt x="11285" y="8975"/>
                  </a:lnTo>
                  <a:cubicBezTo>
                    <a:pt x="11285" y="8975"/>
                    <a:pt x="13712" y="7387"/>
                    <a:pt x="13899" y="5246"/>
                  </a:cubicBezTo>
                  <a:lnTo>
                    <a:pt x="13899" y="5246"/>
                  </a:lnTo>
                  <a:cubicBezTo>
                    <a:pt x="13899" y="5246"/>
                    <a:pt x="17004" y="3712"/>
                    <a:pt x="17798" y="3863"/>
                  </a:cubicBezTo>
                  <a:lnTo>
                    <a:pt x="17798" y="3863"/>
                  </a:lnTo>
                  <a:cubicBezTo>
                    <a:pt x="17798" y="3863"/>
                    <a:pt x="17932" y="1062"/>
                    <a:pt x="16014" y="1"/>
                  </a:cubicBezTo>
                  <a:lnTo>
                    <a:pt x="16014" y="1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dk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2" name="Google Shape;402;p32"/>
            <p:cNvGrpSpPr/>
            <p:nvPr/>
          </p:nvGrpSpPr>
          <p:grpSpPr>
            <a:xfrm>
              <a:off x="5710513" y="569504"/>
              <a:ext cx="3877481" cy="4090276"/>
              <a:chOff x="5410088" y="476042"/>
              <a:chExt cx="3877481" cy="4090276"/>
            </a:xfrm>
          </p:grpSpPr>
          <p:sp>
            <p:nvSpPr>
              <p:cNvPr id="403" name="Google Shape;403;p32"/>
              <p:cNvSpPr/>
              <p:nvPr/>
            </p:nvSpPr>
            <p:spPr>
              <a:xfrm>
                <a:off x="5728780" y="224051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32"/>
              <p:cNvSpPr/>
              <p:nvPr/>
            </p:nvSpPr>
            <p:spPr>
              <a:xfrm>
                <a:off x="6197561" y="33669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32"/>
              <p:cNvSpPr/>
              <p:nvPr/>
            </p:nvSpPr>
            <p:spPr>
              <a:xfrm>
                <a:off x="5531598" y="106637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32"/>
              <p:cNvSpPr/>
              <p:nvPr/>
            </p:nvSpPr>
            <p:spPr>
              <a:xfrm>
                <a:off x="8080630" y="28061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07" name="Google Shape;407;p32"/>
              <p:cNvGrpSpPr/>
              <p:nvPr/>
            </p:nvGrpSpPr>
            <p:grpSpPr>
              <a:xfrm rot="2902359" flipH="1">
                <a:off x="5578694" y="1544629"/>
                <a:ext cx="3540270" cy="2041175"/>
                <a:chOff x="503897" y="1148626"/>
                <a:chExt cx="3540180" cy="2041124"/>
              </a:xfrm>
            </p:grpSpPr>
            <p:sp>
              <p:nvSpPr>
                <p:cNvPr id="408" name="Google Shape;408;p32"/>
                <p:cNvSpPr/>
                <p:nvPr/>
              </p:nvSpPr>
              <p:spPr>
                <a:xfrm>
                  <a:off x="2003209" y="1148626"/>
                  <a:ext cx="2040867" cy="20411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B47FFF">
                        <a:alpha val="50196"/>
                      </a:srgbClr>
                    </a:gs>
                    <a:gs pos="69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09" name="Google Shape;409;p32"/>
                <p:cNvSpPr/>
                <p:nvPr/>
              </p:nvSpPr>
              <p:spPr>
                <a:xfrm>
                  <a:off x="503897" y="2053971"/>
                  <a:ext cx="2497728" cy="9569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75" h="7308" extrusionOk="0">
                      <a:moveTo>
                        <a:pt x="9841" y="1"/>
                      </a:moveTo>
                      <a:cubicBezTo>
                        <a:pt x="9198" y="90"/>
                        <a:pt x="4113" y="2570"/>
                        <a:pt x="4113" y="2570"/>
                      </a:cubicBezTo>
                      <a:lnTo>
                        <a:pt x="4113" y="2570"/>
                      </a:lnTo>
                      <a:cubicBezTo>
                        <a:pt x="2909" y="2971"/>
                        <a:pt x="2775" y="2873"/>
                        <a:pt x="1473" y="3150"/>
                      </a:cubicBezTo>
                      <a:lnTo>
                        <a:pt x="1473" y="3150"/>
                      </a:lnTo>
                      <a:cubicBezTo>
                        <a:pt x="1" y="3471"/>
                        <a:pt x="1901" y="7031"/>
                        <a:pt x="1901" y="7031"/>
                      </a:cubicBezTo>
                      <a:lnTo>
                        <a:pt x="1901" y="7031"/>
                      </a:lnTo>
                      <a:cubicBezTo>
                        <a:pt x="3489" y="6014"/>
                        <a:pt x="4738" y="6317"/>
                        <a:pt x="4738" y="6317"/>
                      </a:cubicBezTo>
                      <a:lnTo>
                        <a:pt x="4738" y="6317"/>
                      </a:lnTo>
                      <a:cubicBezTo>
                        <a:pt x="7503" y="7307"/>
                        <a:pt x="9573" y="6460"/>
                        <a:pt x="9573" y="6460"/>
                      </a:cubicBezTo>
                      <a:lnTo>
                        <a:pt x="9573" y="6460"/>
                      </a:lnTo>
                      <a:cubicBezTo>
                        <a:pt x="9573" y="6460"/>
                        <a:pt x="11268" y="6326"/>
                        <a:pt x="11928" y="6254"/>
                      </a:cubicBezTo>
                      <a:lnTo>
                        <a:pt x="11928" y="6254"/>
                      </a:lnTo>
                      <a:cubicBezTo>
                        <a:pt x="12151" y="6237"/>
                        <a:pt x="12455" y="6263"/>
                        <a:pt x="12811" y="6299"/>
                      </a:cubicBezTo>
                      <a:lnTo>
                        <a:pt x="12811" y="6299"/>
                      </a:lnTo>
                      <a:cubicBezTo>
                        <a:pt x="13498" y="6353"/>
                        <a:pt x="14346" y="6415"/>
                        <a:pt x="15069" y="6085"/>
                      </a:cubicBezTo>
                      <a:lnTo>
                        <a:pt x="15069" y="6085"/>
                      </a:lnTo>
                      <a:cubicBezTo>
                        <a:pt x="15077" y="6076"/>
                        <a:pt x="15077" y="6076"/>
                        <a:pt x="15086" y="6076"/>
                      </a:cubicBezTo>
                      <a:lnTo>
                        <a:pt x="15086" y="6076"/>
                      </a:lnTo>
                      <a:cubicBezTo>
                        <a:pt x="15122" y="6058"/>
                        <a:pt x="15158" y="6040"/>
                        <a:pt x="15184" y="6014"/>
                      </a:cubicBezTo>
                      <a:lnTo>
                        <a:pt x="15184" y="6014"/>
                      </a:lnTo>
                      <a:cubicBezTo>
                        <a:pt x="15577" y="5960"/>
                        <a:pt x="15568" y="5532"/>
                        <a:pt x="15497" y="5291"/>
                      </a:cubicBezTo>
                      <a:lnTo>
                        <a:pt x="15497" y="5291"/>
                      </a:lnTo>
                      <a:cubicBezTo>
                        <a:pt x="15461" y="5166"/>
                        <a:pt x="15283" y="5050"/>
                        <a:pt x="15158" y="4988"/>
                      </a:cubicBezTo>
                      <a:lnTo>
                        <a:pt x="15158" y="4988"/>
                      </a:lnTo>
                      <a:cubicBezTo>
                        <a:pt x="15149" y="4988"/>
                        <a:pt x="15149" y="4988"/>
                        <a:pt x="15149" y="4988"/>
                      </a:cubicBezTo>
                      <a:lnTo>
                        <a:pt x="15149" y="4988"/>
                      </a:lnTo>
                      <a:cubicBezTo>
                        <a:pt x="14783" y="4604"/>
                        <a:pt x="13650" y="4524"/>
                        <a:pt x="13088" y="4506"/>
                      </a:cubicBezTo>
                      <a:lnTo>
                        <a:pt x="13088" y="4506"/>
                      </a:lnTo>
                      <a:cubicBezTo>
                        <a:pt x="12901" y="4506"/>
                        <a:pt x="12776" y="4506"/>
                        <a:pt x="12776" y="4506"/>
                      </a:cubicBezTo>
                      <a:lnTo>
                        <a:pt x="12776" y="4506"/>
                      </a:lnTo>
                      <a:cubicBezTo>
                        <a:pt x="10153" y="4658"/>
                        <a:pt x="10215" y="4417"/>
                        <a:pt x="10215" y="4417"/>
                      </a:cubicBezTo>
                      <a:lnTo>
                        <a:pt x="10215" y="4417"/>
                      </a:lnTo>
                      <a:cubicBezTo>
                        <a:pt x="10421" y="4176"/>
                        <a:pt x="10153" y="3641"/>
                        <a:pt x="10153" y="3641"/>
                      </a:cubicBezTo>
                      <a:lnTo>
                        <a:pt x="10153" y="3641"/>
                      </a:lnTo>
                      <a:cubicBezTo>
                        <a:pt x="10189" y="3623"/>
                        <a:pt x="10251" y="3560"/>
                        <a:pt x="10251" y="3560"/>
                      </a:cubicBezTo>
                      <a:lnTo>
                        <a:pt x="10251" y="3560"/>
                      </a:lnTo>
                      <a:cubicBezTo>
                        <a:pt x="10572" y="3712"/>
                        <a:pt x="10831" y="3596"/>
                        <a:pt x="11001" y="3462"/>
                      </a:cubicBezTo>
                      <a:lnTo>
                        <a:pt x="11001" y="3462"/>
                      </a:lnTo>
                      <a:cubicBezTo>
                        <a:pt x="11152" y="3328"/>
                        <a:pt x="11232" y="3177"/>
                        <a:pt x="11232" y="3177"/>
                      </a:cubicBezTo>
                      <a:lnTo>
                        <a:pt x="11232" y="3177"/>
                      </a:lnTo>
                      <a:cubicBezTo>
                        <a:pt x="11830" y="3284"/>
                        <a:pt x="12580" y="1954"/>
                        <a:pt x="12580" y="1954"/>
                      </a:cubicBezTo>
                      <a:lnTo>
                        <a:pt x="12580" y="1954"/>
                      </a:lnTo>
                      <a:cubicBezTo>
                        <a:pt x="13525" y="2008"/>
                        <a:pt x="14382" y="1491"/>
                        <a:pt x="14382" y="1491"/>
                      </a:cubicBezTo>
                      <a:lnTo>
                        <a:pt x="14382" y="1491"/>
                      </a:lnTo>
                      <a:cubicBezTo>
                        <a:pt x="14542" y="1660"/>
                        <a:pt x="14926" y="1696"/>
                        <a:pt x="15149" y="1687"/>
                      </a:cubicBezTo>
                      <a:lnTo>
                        <a:pt x="15149" y="1687"/>
                      </a:lnTo>
                      <a:cubicBezTo>
                        <a:pt x="15247" y="1696"/>
                        <a:pt x="15318" y="1687"/>
                        <a:pt x="15318" y="1687"/>
                      </a:cubicBezTo>
                      <a:lnTo>
                        <a:pt x="15318" y="1687"/>
                      </a:lnTo>
                      <a:cubicBezTo>
                        <a:pt x="15318" y="1687"/>
                        <a:pt x="17495" y="1901"/>
                        <a:pt x="17968" y="1910"/>
                      </a:cubicBezTo>
                      <a:lnTo>
                        <a:pt x="17968" y="1910"/>
                      </a:lnTo>
                      <a:cubicBezTo>
                        <a:pt x="18780" y="1919"/>
                        <a:pt x="19074" y="1152"/>
                        <a:pt x="19074" y="1152"/>
                      </a:cubicBezTo>
                      <a:lnTo>
                        <a:pt x="19074" y="1152"/>
                      </a:lnTo>
                      <a:lnTo>
                        <a:pt x="17807" y="866"/>
                      </a:lnTo>
                      <a:cubicBezTo>
                        <a:pt x="17807" y="866"/>
                        <a:pt x="15506" y="411"/>
                        <a:pt x="15211" y="331"/>
                      </a:cubicBezTo>
                      <a:lnTo>
                        <a:pt x="15211" y="331"/>
                      </a:lnTo>
                      <a:cubicBezTo>
                        <a:pt x="14926" y="251"/>
                        <a:pt x="14283" y="45"/>
                        <a:pt x="13909" y="126"/>
                      </a:cubicBezTo>
                      <a:lnTo>
                        <a:pt x="13909" y="126"/>
                      </a:lnTo>
                      <a:cubicBezTo>
                        <a:pt x="13543" y="215"/>
                        <a:pt x="11108" y="224"/>
                        <a:pt x="11108" y="224"/>
                      </a:cubicBezTo>
                      <a:lnTo>
                        <a:pt x="11108" y="224"/>
                      </a:lnTo>
                      <a:cubicBezTo>
                        <a:pt x="10483" y="10"/>
                        <a:pt x="9921" y="1"/>
                        <a:pt x="9850" y="1"/>
                      </a:cubicBezTo>
                      <a:lnTo>
                        <a:pt x="9850" y="1"/>
                      </a:lnTo>
                      <a:cubicBezTo>
                        <a:pt x="9841" y="1"/>
                        <a:pt x="9841" y="1"/>
                        <a:pt x="9841" y="1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" name="Google Shape;410;p32"/>
                <p:cNvSpPr/>
                <p:nvPr/>
              </p:nvSpPr>
              <p:spPr>
                <a:xfrm>
                  <a:off x="1944292" y="2249081"/>
                  <a:ext cx="955618" cy="70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98" h="5416" extrusionOk="0">
                      <a:moveTo>
                        <a:pt x="1580" y="464"/>
                      </a:moveTo>
                      <a:cubicBezTo>
                        <a:pt x="1580" y="464"/>
                        <a:pt x="830" y="1794"/>
                        <a:pt x="232" y="1687"/>
                      </a:cubicBezTo>
                      <a:lnTo>
                        <a:pt x="232" y="1687"/>
                      </a:lnTo>
                      <a:cubicBezTo>
                        <a:pt x="232" y="1687"/>
                        <a:pt x="152" y="1838"/>
                        <a:pt x="1" y="1972"/>
                      </a:cubicBezTo>
                      <a:lnTo>
                        <a:pt x="1" y="1972"/>
                      </a:lnTo>
                      <a:cubicBezTo>
                        <a:pt x="286" y="2240"/>
                        <a:pt x="1357" y="2374"/>
                        <a:pt x="1357" y="2374"/>
                      </a:cubicBezTo>
                      <a:lnTo>
                        <a:pt x="1357" y="2374"/>
                      </a:lnTo>
                      <a:cubicBezTo>
                        <a:pt x="1410" y="2570"/>
                        <a:pt x="1713" y="2793"/>
                        <a:pt x="2088" y="3016"/>
                      </a:cubicBezTo>
                      <a:lnTo>
                        <a:pt x="2088" y="3016"/>
                      </a:lnTo>
                      <a:cubicBezTo>
                        <a:pt x="2650" y="3034"/>
                        <a:pt x="3783" y="3114"/>
                        <a:pt x="4149" y="3498"/>
                      </a:cubicBezTo>
                      <a:lnTo>
                        <a:pt x="4149" y="3498"/>
                      </a:lnTo>
                      <a:cubicBezTo>
                        <a:pt x="4149" y="3498"/>
                        <a:pt x="4149" y="3498"/>
                        <a:pt x="4158" y="3498"/>
                      </a:cubicBezTo>
                      <a:lnTo>
                        <a:pt x="4158" y="3498"/>
                      </a:lnTo>
                      <a:cubicBezTo>
                        <a:pt x="4283" y="3560"/>
                        <a:pt x="4461" y="3676"/>
                        <a:pt x="4497" y="3801"/>
                      </a:cubicBezTo>
                      <a:lnTo>
                        <a:pt x="4497" y="3801"/>
                      </a:lnTo>
                      <a:cubicBezTo>
                        <a:pt x="4568" y="4042"/>
                        <a:pt x="4577" y="4470"/>
                        <a:pt x="4184" y="4524"/>
                      </a:cubicBezTo>
                      <a:lnTo>
                        <a:pt x="4184" y="4524"/>
                      </a:lnTo>
                      <a:cubicBezTo>
                        <a:pt x="4158" y="4550"/>
                        <a:pt x="4122" y="4568"/>
                        <a:pt x="4086" y="4586"/>
                      </a:cubicBezTo>
                      <a:lnTo>
                        <a:pt x="4086" y="4586"/>
                      </a:lnTo>
                      <a:cubicBezTo>
                        <a:pt x="4077" y="4586"/>
                        <a:pt x="4077" y="4586"/>
                        <a:pt x="4069" y="4595"/>
                      </a:cubicBezTo>
                      <a:lnTo>
                        <a:pt x="4069" y="4595"/>
                      </a:lnTo>
                      <a:cubicBezTo>
                        <a:pt x="4363" y="5059"/>
                        <a:pt x="4693" y="5416"/>
                        <a:pt x="5005" y="5291"/>
                      </a:cubicBezTo>
                      <a:lnTo>
                        <a:pt x="5005" y="5291"/>
                      </a:lnTo>
                      <a:cubicBezTo>
                        <a:pt x="5416" y="5130"/>
                        <a:pt x="5023" y="4336"/>
                        <a:pt x="5023" y="4336"/>
                      </a:cubicBezTo>
                      <a:lnTo>
                        <a:pt x="5023" y="4336"/>
                      </a:lnTo>
                      <a:lnTo>
                        <a:pt x="3837" y="2052"/>
                      </a:lnTo>
                      <a:lnTo>
                        <a:pt x="3221" y="1365"/>
                      </a:lnTo>
                      <a:lnTo>
                        <a:pt x="3346" y="1321"/>
                      </a:lnTo>
                      <a:cubicBezTo>
                        <a:pt x="3480" y="1571"/>
                        <a:pt x="4390" y="2374"/>
                        <a:pt x="4827" y="2588"/>
                      </a:cubicBezTo>
                      <a:lnTo>
                        <a:pt x="4827" y="2588"/>
                      </a:lnTo>
                      <a:cubicBezTo>
                        <a:pt x="5603" y="3462"/>
                        <a:pt x="6317" y="4185"/>
                        <a:pt x="6807" y="4024"/>
                      </a:cubicBezTo>
                      <a:lnTo>
                        <a:pt x="6807" y="4024"/>
                      </a:lnTo>
                      <a:cubicBezTo>
                        <a:pt x="7298" y="3863"/>
                        <a:pt x="6673" y="2953"/>
                        <a:pt x="6673" y="2953"/>
                      </a:cubicBezTo>
                      <a:lnTo>
                        <a:pt x="6673" y="2953"/>
                      </a:lnTo>
                      <a:lnTo>
                        <a:pt x="5665" y="1589"/>
                      </a:lnTo>
                      <a:lnTo>
                        <a:pt x="4149" y="197"/>
                      </a:lnTo>
                      <a:cubicBezTo>
                        <a:pt x="3926" y="206"/>
                        <a:pt x="3542" y="170"/>
                        <a:pt x="3382" y="1"/>
                      </a:cubicBezTo>
                      <a:lnTo>
                        <a:pt x="3382" y="1"/>
                      </a:lnTo>
                      <a:cubicBezTo>
                        <a:pt x="3382" y="1"/>
                        <a:pt x="2525" y="518"/>
                        <a:pt x="1580" y="464"/>
                      </a:cubicBezTo>
                    </a:path>
                  </a:pathLst>
                </a:custGeom>
                <a:gradFill>
                  <a:gsLst>
                    <a:gs pos="0">
                      <a:schemeClr val="accent1"/>
                    </a:gs>
                    <a:gs pos="100000">
                      <a:schemeClr val="dk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" name="Google Shape;411;p32"/>
                <p:cNvSpPr/>
                <p:nvPr/>
              </p:nvSpPr>
              <p:spPr>
                <a:xfrm>
                  <a:off x="2522549" y="1786447"/>
                  <a:ext cx="896049" cy="896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09" h="4810" extrusionOk="0">
                      <a:moveTo>
                        <a:pt x="4345" y="1571"/>
                      </a:moveTo>
                      <a:cubicBezTo>
                        <a:pt x="4809" y="2641"/>
                        <a:pt x="4309" y="3890"/>
                        <a:pt x="3239" y="4345"/>
                      </a:cubicBezTo>
                      <a:cubicBezTo>
                        <a:pt x="2168" y="4809"/>
                        <a:pt x="919" y="4319"/>
                        <a:pt x="464" y="3248"/>
                      </a:cubicBezTo>
                      <a:cubicBezTo>
                        <a:pt x="0" y="2169"/>
                        <a:pt x="491" y="929"/>
                        <a:pt x="1571" y="465"/>
                      </a:cubicBezTo>
                      <a:cubicBezTo>
                        <a:pt x="2641" y="1"/>
                        <a:pt x="3881" y="500"/>
                        <a:pt x="4345" y="1571"/>
                      </a:cubicBezTo>
                    </a:path>
                  </a:pathLst>
                </a:custGeom>
                <a:gradFill>
                  <a:gsLst>
                    <a:gs pos="0">
                      <a:srgbClr val="FFFFFF">
                        <a:alpha val="50196"/>
                      </a:srgbClr>
                    </a:gs>
                    <a:gs pos="67000">
                      <a:srgbClr val="FFFFFF">
                        <a:alpha val="0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12" name="Google Shape;412;p32"/>
              <p:cNvSpPr/>
              <p:nvPr/>
            </p:nvSpPr>
            <p:spPr>
              <a:xfrm>
                <a:off x="6149503" y="476042"/>
                <a:ext cx="660023" cy="660100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32"/>
              <p:cNvSpPr/>
              <p:nvPr/>
            </p:nvSpPr>
            <p:spPr>
              <a:xfrm>
                <a:off x="8151030" y="1701868"/>
                <a:ext cx="468769" cy="468795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32"/>
              <p:cNvSpPr/>
              <p:nvPr/>
            </p:nvSpPr>
            <p:spPr>
              <a:xfrm>
                <a:off x="7824023" y="739328"/>
                <a:ext cx="327012" cy="327044"/>
              </a:xfrm>
              <a:custGeom>
                <a:avLst/>
                <a:gdLst/>
                <a:ahLst/>
                <a:cxnLst/>
                <a:rect l="l" t="t" r="r" b="b"/>
                <a:pathLst>
                  <a:path w="4809" h="4810" extrusionOk="0">
                    <a:moveTo>
                      <a:pt x="4345" y="1571"/>
                    </a:moveTo>
                    <a:cubicBezTo>
                      <a:pt x="4809" y="2641"/>
                      <a:pt x="4309" y="3890"/>
                      <a:pt x="3239" y="4345"/>
                    </a:cubicBezTo>
                    <a:cubicBezTo>
                      <a:pt x="2168" y="4809"/>
                      <a:pt x="919" y="4319"/>
                      <a:pt x="464" y="3248"/>
                    </a:cubicBezTo>
                    <a:cubicBezTo>
                      <a:pt x="0" y="2169"/>
                      <a:pt x="491" y="929"/>
                      <a:pt x="1571" y="465"/>
                    </a:cubicBezTo>
                    <a:cubicBezTo>
                      <a:pt x="2641" y="1"/>
                      <a:pt x="3881" y="500"/>
                      <a:pt x="4345" y="1571"/>
                    </a:cubicBezTo>
                  </a:path>
                </a:pathLst>
              </a:custGeom>
              <a:gradFill>
                <a:gsLst>
                  <a:gs pos="0">
                    <a:schemeClr val="dk2"/>
                  </a:gs>
                  <a:gs pos="57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AI App Pitch Deck by Slidesgo">
  <a:themeElements>
    <a:clrScheme name="Simple Light">
      <a:dk1>
        <a:srgbClr val="FFFFFF"/>
      </a:dk1>
      <a:lt1>
        <a:srgbClr val="0B0218"/>
      </a:lt1>
      <a:dk2>
        <a:srgbClr val="CEABFF"/>
      </a:dk2>
      <a:lt2>
        <a:srgbClr val="8134EC"/>
      </a:lt2>
      <a:accent1>
        <a:srgbClr val="240155"/>
      </a:accent1>
      <a:accent2>
        <a:srgbClr val="9101BE"/>
      </a:accent2>
      <a:accent3>
        <a:srgbClr val="4654F0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822FB0-612D-44FF-9BEC-7CE028AAC5C5}">
  <we:reference id="wa200005566" version="3.0.0.2" store="pt-BR" storeType="OMEX"/>
  <we:alternateReferences>
    <we:reference id="wa200005566" version="3.0.0.2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236</Words>
  <Application>Microsoft Office PowerPoint</Application>
  <PresentationFormat>Apresentação na tela (16:9)</PresentationFormat>
  <Paragraphs>16</Paragraphs>
  <Slides>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Maven Pro</vt:lpstr>
      <vt:lpstr>Bebas Neue</vt:lpstr>
      <vt:lpstr>Arial</vt:lpstr>
      <vt:lpstr>Trispace</vt:lpstr>
      <vt:lpstr>AI App Pitch Deck by Slidesgo</vt:lpstr>
      <vt:lpstr>Introdução do projeto com problemática, problema e objetivo. </vt:lpstr>
      <vt:lpstr>Aderências as disciplinas</vt:lpstr>
      <vt:lpstr>Resultados e conclusões parciais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MAURICIO SHIGUEMITSU KAMADO IKEDA</cp:lastModifiedBy>
  <cp:revision>2</cp:revision>
  <dcterms:modified xsi:type="dcterms:W3CDTF">2024-09-25T19:32:37Z</dcterms:modified>
</cp:coreProperties>
</file>