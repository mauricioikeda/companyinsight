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6"/>
    </p:embeddedFont>
    <p:embeddedFont>
      <p:font typeface="Maven Pro" panose="020B0604020202020204" charset="0"/>
      <p:regular r:id="rId7"/>
      <p:bold r:id="rId8"/>
    </p:embeddedFont>
    <p:embeddedFont>
      <p:font typeface="Trispace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62907-AA12-4F21-B900-096AB4528EBF}" v="5" dt="2024-09-23T20:45:40.270"/>
  </p1510:revLst>
</p1510:revInfo>
</file>

<file path=ppt/tableStyles.xml><?xml version="1.0" encoding="utf-8"?>
<a:tblStyleLst xmlns:a="http://schemas.openxmlformats.org/drawingml/2006/main" def="{84F11E6B-73F7-4801-A3CB-B026EDAF7CE2}">
  <a:tblStyle styleId="{84F11E6B-73F7-4801-A3CB-B026EDAF7C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BEA481-CAED-4348-99A5-CBBF01371E0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Hugo Macedo de Silva" userId="8489a1ec3a4c6fec" providerId="LiveId" clId="{6E962907-AA12-4F21-B900-096AB4528EBF}"/>
    <pc:docChg chg="undo redo custSel delSld modSld sldOrd delMainMaster">
      <pc:chgData name="Vitor Hugo Macedo de Silva" userId="8489a1ec3a4c6fec" providerId="LiveId" clId="{6E962907-AA12-4F21-B900-096AB4528EBF}" dt="2024-09-24T00:24:51.859" v="1480" actId="20577"/>
      <pc:docMkLst>
        <pc:docMk/>
      </pc:docMkLst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56"/>
        </pc:sldMkLst>
      </pc:sldChg>
      <pc:sldChg chg="delSp modSp mod modTransition">
        <pc:chgData name="Vitor Hugo Macedo de Silva" userId="8489a1ec3a4c6fec" providerId="LiveId" clId="{6E962907-AA12-4F21-B900-096AB4528EBF}" dt="2024-09-24T00:07:45.045" v="1035" actId="1076"/>
        <pc:sldMkLst>
          <pc:docMk/>
          <pc:sldMk cId="0" sldId="257"/>
        </pc:sldMkLst>
        <pc:spChg chg="mod">
          <ac:chgData name="Vitor Hugo Macedo de Silva" userId="8489a1ec3a4c6fec" providerId="LiveId" clId="{6E962907-AA12-4F21-B900-096AB4528EBF}" dt="2024-09-24T00:07:37.932" v="1033" actId="1076"/>
          <ac:spMkLst>
            <pc:docMk/>
            <pc:sldMk cId="0" sldId="257"/>
            <ac:spMk id="372" creationId="{00000000-0000-0000-0000-000000000000}"/>
          </ac:spMkLst>
        </pc:spChg>
        <pc:spChg chg="mod">
          <ac:chgData name="Vitor Hugo Macedo de Silva" userId="8489a1ec3a4c6fec" providerId="LiveId" clId="{6E962907-AA12-4F21-B900-096AB4528EBF}" dt="2024-09-24T00:07:45.045" v="1035" actId="1076"/>
          <ac:spMkLst>
            <pc:docMk/>
            <pc:sldMk cId="0" sldId="257"/>
            <ac:spMk id="373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2T21:59:26.973" v="11" actId="478"/>
          <ac:spMkLst>
            <pc:docMk/>
            <pc:sldMk cId="0" sldId="257"/>
            <ac:spMk id="374" creationId="{00000000-0000-0000-0000-000000000000}"/>
          </ac:spMkLst>
        </pc:spChg>
        <pc:spChg chg="del mod">
          <ac:chgData name="Vitor Hugo Macedo de Silva" userId="8489a1ec3a4c6fec" providerId="LiveId" clId="{6E962907-AA12-4F21-B900-096AB4528EBF}" dt="2024-09-22T21:59:25.503" v="10" actId="478"/>
          <ac:spMkLst>
            <pc:docMk/>
            <pc:sldMk cId="0" sldId="257"/>
            <ac:spMk id="375" creationId="{00000000-0000-0000-0000-000000000000}"/>
          </ac:spMkLst>
        </pc:spChg>
        <pc:graphicFrameChg chg="del mod">
          <ac:chgData name="Vitor Hugo Macedo de Silva" userId="8489a1ec3a4c6fec" providerId="LiveId" clId="{6E962907-AA12-4F21-B900-096AB4528EBF}" dt="2024-09-22T21:58:46.429" v="3" actId="478"/>
          <ac:graphicFrameMkLst>
            <pc:docMk/>
            <pc:sldMk cId="0" sldId="257"/>
            <ac:graphicFrameMk id="376" creationId="{00000000-0000-0000-0000-000000000000}"/>
          </ac:graphicFrameMkLst>
        </pc:graphicFrameChg>
      </pc:sldChg>
      <pc:sldChg chg="addSp delSp modSp mod modTransition modClrScheme chgLayout">
        <pc:chgData name="Vitor Hugo Macedo de Silva" userId="8489a1ec3a4c6fec" providerId="LiveId" clId="{6E962907-AA12-4F21-B900-096AB4528EBF}" dt="2024-09-24T00:15:35.255" v="1116" actId="1076"/>
        <pc:sldMkLst>
          <pc:docMk/>
          <pc:sldMk cId="0" sldId="258"/>
        </pc:sldMkLst>
        <pc:spChg chg="add del mod ord">
          <ac:chgData name="Vitor Hugo Macedo de Silva" userId="8489a1ec3a4c6fec" providerId="LiveId" clId="{6E962907-AA12-4F21-B900-096AB4528EBF}" dt="2024-09-24T00:11:16.552" v="1037" actId="26606"/>
          <ac:spMkLst>
            <pc:docMk/>
            <pc:sldMk cId="0" sldId="258"/>
            <ac:spMk id="2" creationId="{63F38C0E-EDD8-439A-DE2C-88EBAC5E9C07}"/>
          </ac:spMkLst>
        </pc:spChg>
        <pc:spChg chg="add del mod">
          <ac:chgData name="Vitor Hugo Macedo de Silva" userId="8489a1ec3a4c6fec" providerId="LiveId" clId="{6E962907-AA12-4F21-B900-096AB4528EBF}" dt="2024-09-23T20:41:49.336" v="121" actId="478"/>
          <ac:spMkLst>
            <pc:docMk/>
            <pc:sldMk cId="0" sldId="258"/>
            <ac:spMk id="3" creationId="{0B0733DE-A62E-1249-1A5B-E1ECF3082165}"/>
          </ac:spMkLst>
        </pc:spChg>
        <pc:spChg chg="add del mod">
          <ac:chgData name="Vitor Hugo Macedo de Silva" userId="8489a1ec3a4c6fec" providerId="LiveId" clId="{6E962907-AA12-4F21-B900-096AB4528EBF}" dt="2024-09-23T20:41:56.647" v="123" actId="478"/>
          <ac:spMkLst>
            <pc:docMk/>
            <pc:sldMk cId="0" sldId="258"/>
            <ac:spMk id="5" creationId="{8E5CFC6F-A5CE-CADE-7E8C-55D255F7D4B0}"/>
          </ac:spMkLst>
        </pc:spChg>
        <pc:spChg chg="add del mod">
          <ac:chgData name="Vitor Hugo Macedo de Silva" userId="8489a1ec3a4c6fec" providerId="LiveId" clId="{6E962907-AA12-4F21-B900-096AB4528EBF}" dt="2024-09-23T20:42:00.789" v="125" actId="478"/>
          <ac:spMkLst>
            <pc:docMk/>
            <pc:sldMk cId="0" sldId="258"/>
            <ac:spMk id="7" creationId="{00B57870-0A33-F3C2-38CC-3807A599CCCB}"/>
          </ac:spMkLst>
        </pc:spChg>
        <pc:spChg chg="add del mod">
          <ac:chgData name="Vitor Hugo Macedo de Silva" userId="8489a1ec3a4c6fec" providerId="LiveId" clId="{6E962907-AA12-4F21-B900-096AB4528EBF}" dt="2024-09-23T20:42:06.027" v="128" actId="478"/>
          <ac:spMkLst>
            <pc:docMk/>
            <pc:sldMk cId="0" sldId="258"/>
            <ac:spMk id="9" creationId="{111BBFDA-782B-A246-A34E-D00C01BAEDB7}"/>
          </ac:spMkLst>
        </pc:spChg>
        <pc:spChg chg="add del mod">
          <ac:chgData name="Vitor Hugo Macedo de Silva" userId="8489a1ec3a4c6fec" providerId="LiveId" clId="{6E962907-AA12-4F21-B900-096AB4528EBF}" dt="2024-09-23T20:42:11.455" v="130" actId="478"/>
          <ac:spMkLst>
            <pc:docMk/>
            <pc:sldMk cId="0" sldId="258"/>
            <ac:spMk id="11" creationId="{E05967A7-AD7A-D218-F8D6-98C29B53B1F7}"/>
          </ac:spMkLst>
        </pc:spChg>
        <pc:spChg chg="add del mod">
          <ac:chgData name="Vitor Hugo Macedo de Silva" userId="8489a1ec3a4c6fec" providerId="LiveId" clId="{6E962907-AA12-4F21-B900-096AB4528EBF}" dt="2024-09-23T20:42:17.212" v="133" actId="478"/>
          <ac:spMkLst>
            <pc:docMk/>
            <pc:sldMk cId="0" sldId="258"/>
            <ac:spMk id="13" creationId="{26FBD7F3-5A35-CB5E-1105-D121C4A94F75}"/>
          </ac:spMkLst>
        </pc:spChg>
        <pc:spChg chg="add del mod">
          <ac:chgData name="Vitor Hugo Macedo de Silva" userId="8489a1ec3a4c6fec" providerId="LiveId" clId="{6E962907-AA12-4F21-B900-096AB4528EBF}" dt="2024-09-23T20:42:24.072" v="136" actId="478"/>
          <ac:spMkLst>
            <pc:docMk/>
            <pc:sldMk cId="0" sldId="258"/>
            <ac:spMk id="15" creationId="{18A87997-FA8A-B631-4B6E-9A9274BBEADB}"/>
          </ac:spMkLst>
        </pc:spChg>
        <pc:spChg chg="add del mod">
          <ac:chgData name="Vitor Hugo Macedo de Silva" userId="8489a1ec3a4c6fec" providerId="LiveId" clId="{6E962907-AA12-4F21-B900-096AB4528EBF}" dt="2024-09-23T20:42:33.213" v="139" actId="478"/>
          <ac:spMkLst>
            <pc:docMk/>
            <pc:sldMk cId="0" sldId="258"/>
            <ac:spMk id="17" creationId="{44F48862-2457-3294-500C-BD56C97F56A6}"/>
          </ac:spMkLst>
        </pc:spChg>
        <pc:spChg chg="del">
          <ac:chgData name="Vitor Hugo Macedo de Silva" userId="8489a1ec3a4c6fec" providerId="LiveId" clId="{6E962907-AA12-4F21-B900-096AB4528EBF}" dt="2024-09-23T20:42:02.571" v="126" actId="478"/>
          <ac:spMkLst>
            <pc:docMk/>
            <pc:sldMk cId="0" sldId="258"/>
            <ac:spMk id="381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2:13.295" v="131" actId="478"/>
          <ac:spMkLst>
            <pc:docMk/>
            <pc:sldMk cId="0" sldId="258"/>
            <ac:spMk id="382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1:43.579" v="118" actId="478"/>
          <ac:spMkLst>
            <pc:docMk/>
            <pc:sldMk cId="0" sldId="258"/>
            <ac:spMk id="383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2:20.058" v="134" actId="478"/>
          <ac:spMkLst>
            <pc:docMk/>
            <pc:sldMk cId="0" sldId="258"/>
            <ac:spMk id="384" creationId="{00000000-0000-0000-0000-000000000000}"/>
          </ac:spMkLst>
        </pc:spChg>
        <pc:spChg chg="mod ord">
          <ac:chgData name="Vitor Hugo Macedo de Silva" userId="8489a1ec3a4c6fec" providerId="LiveId" clId="{6E962907-AA12-4F21-B900-096AB4528EBF}" dt="2024-09-24T00:11:32.595" v="1042" actId="1076"/>
          <ac:spMkLst>
            <pc:docMk/>
            <pc:sldMk cId="0" sldId="258"/>
            <ac:spMk id="385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2:04.255" v="127" actId="478"/>
          <ac:spMkLst>
            <pc:docMk/>
            <pc:sldMk cId="0" sldId="258"/>
            <ac:spMk id="386" creationId="{00000000-0000-0000-0000-000000000000}"/>
          </ac:spMkLst>
        </pc:spChg>
        <pc:spChg chg="del mod">
          <ac:chgData name="Vitor Hugo Macedo de Silva" userId="8489a1ec3a4c6fec" providerId="LiveId" clId="{6E962907-AA12-4F21-B900-096AB4528EBF}" dt="2024-09-23T20:41:46.460" v="120" actId="478"/>
          <ac:spMkLst>
            <pc:docMk/>
            <pc:sldMk cId="0" sldId="258"/>
            <ac:spMk id="387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2:09.028" v="129" actId="478"/>
          <ac:spMkLst>
            <pc:docMk/>
            <pc:sldMk cId="0" sldId="258"/>
            <ac:spMk id="388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2:22.204" v="135" actId="478"/>
          <ac:spMkLst>
            <pc:docMk/>
            <pc:sldMk cId="0" sldId="258"/>
            <ac:spMk id="389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1:58.713" v="124" actId="478"/>
          <ac:spMkLst>
            <pc:docMk/>
            <pc:sldMk cId="0" sldId="258"/>
            <ac:spMk id="390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2:15.078" v="132" actId="478"/>
          <ac:spMkLst>
            <pc:docMk/>
            <pc:sldMk cId="0" sldId="258"/>
            <ac:spMk id="391" creationId="{00000000-0000-0000-0000-000000000000}"/>
          </ac:spMkLst>
        </pc:spChg>
        <pc:spChg chg="del">
          <ac:chgData name="Vitor Hugo Macedo de Silva" userId="8489a1ec3a4c6fec" providerId="LiveId" clId="{6E962907-AA12-4F21-B900-096AB4528EBF}" dt="2024-09-23T20:41:52.439" v="122" actId="478"/>
          <ac:spMkLst>
            <pc:docMk/>
            <pc:sldMk cId="0" sldId="258"/>
            <ac:spMk id="392" creationId="{00000000-0000-0000-0000-000000000000}"/>
          </ac:spMkLst>
        </pc:spChg>
        <pc:spChg chg="del mod">
          <ac:chgData name="Vitor Hugo Macedo de Silva" userId="8489a1ec3a4c6fec" providerId="LiveId" clId="{6E962907-AA12-4F21-B900-096AB4528EBF}" dt="2024-09-23T20:42:29.227" v="138" actId="478"/>
          <ac:spMkLst>
            <pc:docMk/>
            <pc:sldMk cId="0" sldId="258"/>
            <ac:spMk id="393" creationId="{00000000-0000-0000-0000-000000000000}"/>
          </ac:spMkLst>
        </pc:spChg>
        <pc:spChg chg="add mod">
          <ac:chgData name="Vitor Hugo Macedo de Silva" userId="8489a1ec3a4c6fec" providerId="LiveId" clId="{6E962907-AA12-4F21-B900-096AB4528EBF}" dt="2024-09-24T00:15:35.255" v="1116" actId="1076"/>
          <ac:spMkLst>
            <pc:docMk/>
            <pc:sldMk cId="0" sldId="258"/>
            <ac:spMk id="394" creationId="{73AFD5A9-466A-583C-5FD1-30D0960C3942}"/>
          </ac:spMkLst>
        </pc:spChg>
      </pc:sldChg>
      <pc:sldChg chg="modSp mod ord modTransition">
        <pc:chgData name="Vitor Hugo Macedo de Silva" userId="8489a1ec3a4c6fec" providerId="LiveId" clId="{6E962907-AA12-4F21-B900-096AB4528EBF}" dt="2024-09-24T00:24:51.859" v="1480" actId="20577"/>
        <pc:sldMkLst>
          <pc:docMk/>
          <pc:sldMk cId="0" sldId="259"/>
        </pc:sldMkLst>
        <pc:spChg chg="mod">
          <ac:chgData name="Vitor Hugo Macedo de Silva" userId="8489a1ec3a4c6fec" providerId="LiveId" clId="{6E962907-AA12-4F21-B900-096AB4528EBF}" dt="2024-09-23T20:43:11.507" v="143" actId="1076"/>
          <ac:spMkLst>
            <pc:docMk/>
            <pc:sldMk cId="0" sldId="259"/>
            <ac:spMk id="398" creationId="{00000000-0000-0000-0000-000000000000}"/>
          </ac:spMkLst>
        </pc:spChg>
        <pc:spChg chg="mod">
          <ac:chgData name="Vitor Hugo Macedo de Silva" userId="8489a1ec3a4c6fec" providerId="LiveId" clId="{6E962907-AA12-4F21-B900-096AB4528EBF}" dt="2024-09-24T00:24:51.859" v="1480" actId="20577"/>
          <ac:spMkLst>
            <pc:docMk/>
            <pc:sldMk cId="0" sldId="259"/>
            <ac:spMk id="399" creationId="{00000000-0000-0000-0000-000000000000}"/>
          </ac:spMkLst>
        </pc:spChg>
        <pc:grpChg chg="mod">
          <ac:chgData name="Vitor Hugo Macedo de Silva" userId="8489a1ec3a4c6fec" providerId="LiveId" clId="{6E962907-AA12-4F21-B900-096AB4528EBF}" dt="2024-09-24T00:17:29.064" v="1118" actId="14100"/>
          <ac:grpSpMkLst>
            <pc:docMk/>
            <pc:sldMk cId="0" sldId="259"/>
            <ac:grpSpMk id="400" creationId="{00000000-0000-0000-0000-000000000000}"/>
          </ac:grpSpMkLst>
        </pc:grpChg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0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1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2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3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4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5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6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7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8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69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0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1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2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3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4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5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6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7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8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79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0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1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2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3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4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5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6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7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8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89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0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1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2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3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4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5"/>
        </pc:sldMkLst>
      </pc:sldChg>
      <pc:sldChg chg="del">
        <pc:chgData name="Vitor Hugo Macedo de Silva" userId="8489a1ec3a4c6fec" providerId="LiveId" clId="{6E962907-AA12-4F21-B900-096AB4528EBF}" dt="2024-09-22T21:58:18.728" v="0" actId="47"/>
        <pc:sldMkLst>
          <pc:docMk/>
          <pc:sldMk cId="0" sldId="296"/>
        </pc:sldMkLst>
      </pc:sldChg>
      <pc:sldMasterChg chg="delSldLayout">
        <pc:chgData name="Vitor Hugo Macedo de Silva" userId="8489a1ec3a4c6fec" providerId="LiveId" clId="{6E962907-AA12-4F21-B900-096AB4528EBF}" dt="2024-09-22T21:58:18.728" v="0" actId="47"/>
        <pc:sldMasterMkLst>
          <pc:docMk/>
          <pc:sldMasterMk cId="0" sldId="2147483674"/>
        </pc:sldMasterMkLst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48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49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50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51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57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0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1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2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3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4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5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6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4"/>
            <pc:sldLayoutMk cId="0" sldId="2147483667"/>
          </pc:sldLayoutMkLst>
        </pc:sldLayoutChg>
      </pc:sldMasterChg>
      <pc:sldMasterChg chg="del delSldLayout">
        <pc:chgData name="Vitor Hugo Macedo de Silva" userId="8489a1ec3a4c6fec" providerId="LiveId" clId="{6E962907-AA12-4F21-B900-096AB4528EBF}" dt="2024-09-22T21:58:18.728" v="0" actId="47"/>
        <pc:sldMasterMkLst>
          <pc:docMk/>
          <pc:sldMasterMk cId="0" sldId="2147483675"/>
        </pc:sldMasterMkLst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5"/>
            <pc:sldLayoutMk cId="0" sldId="2147483671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5"/>
            <pc:sldLayoutMk cId="0" sldId="2147483672"/>
          </pc:sldLayoutMkLst>
        </pc:sldLayoutChg>
        <pc:sldLayoutChg chg="del">
          <pc:chgData name="Vitor Hugo Macedo de Silva" userId="8489a1ec3a4c6fec" providerId="LiveId" clId="{6E962907-AA12-4F21-B900-096AB4528EBF}" dt="2024-09-22T21:58:18.728" v="0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27c793fce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27c793fce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"/>
          <p:cNvSpPr txBox="1">
            <a:spLocks noGrp="1"/>
          </p:cNvSpPr>
          <p:nvPr>
            <p:ph type="body" idx="1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2" hasCustomPrompt="1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3" hasCustomPrompt="1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5" hasCustomPrompt="1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7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8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 txBox="1">
            <a:spLocks noGrp="1"/>
          </p:cNvSpPr>
          <p:nvPr>
            <p:ph type="title"/>
          </p:nvPr>
        </p:nvSpPr>
        <p:spPr>
          <a:xfrm>
            <a:off x="651420" y="0"/>
            <a:ext cx="7704000" cy="6324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Introdução do projeto com problemática, problema e objetivo. </a:t>
            </a:r>
            <a:endParaRPr dirty="0"/>
          </a:p>
        </p:txBody>
      </p:sp>
      <p:sp>
        <p:nvSpPr>
          <p:cNvPr id="373" name="Google Shape;373;p30"/>
          <p:cNvSpPr txBox="1"/>
          <p:nvPr/>
        </p:nvSpPr>
        <p:spPr>
          <a:xfrm>
            <a:off x="723900" y="1188721"/>
            <a:ext cx="7631520" cy="411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Problemática</a:t>
            </a:r>
            <a:r>
              <a:rPr lang="pt-BR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</a:t>
            </a:r>
            <a:r>
              <a:rPr lang="pt-BR" sz="10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pt-BR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 problemática envolve a dificuldade da empresa em entender e responder às insatisfações  dos consumidores, o que pode impactar sua reputação e vendas.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Problema</a:t>
            </a:r>
            <a:r>
              <a:rPr lang="pt-BR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 O problema é a falta de uma análise sistemática e eficiente das reclamações, que permite identificar quais produtos ou serviços geram mais insatisfações, facilitando a tomada de decisões para melhorias.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Objetivo</a:t>
            </a:r>
            <a:r>
              <a:rPr lang="pt-BR" b="1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 O objetivo é fornecer uma ferramenta que analise e categoriza automaticamente as reclamações, permitindo que a empresa identifique rapidamente os produtos e serviços mais problemáticos, além das principais causas de insatisfação, para implementar melhorias e aumentar a satisfação do cliente. </a:t>
            </a:r>
            <a:endParaRPr b="1"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 txBox="1">
            <a:spLocks noGrp="1"/>
          </p:cNvSpPr>
          <p:nvPr>
            <p:ph type="title"/>
          </p:nvPr>
        </p:nvSpPr>
        <p:spPr>
          <a:xfrm>
            <a:off x="1535206" y="323353"/>
            <a:ext cx="6389594" cy="8418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/>
              <a:t>Aderências as disciplinas</a:t>
            </a:r>
            <a:endParaRPr lang="pt-BR" sz="3500" b="0" dirty="0"/>
          </a:p>
        </p:txBody>
      </p:sp>
      <p:sp>
        <p:nvSpPr>
          <p:cNvPr id="394" name="Subtitle 2">
            <a:extLst>
              <a:ext uri="{FF2B5EF4-FFF2-40B4-BE49-F238E27FC236}">
                <a16:creationId xmlns:a16="http://schemas.microsoft.com/office/drawing/2014/main" id="{73AFD5A9-466A-583C-5FD1-30D0960C3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6910" y="1429604"/>
            <a:ext cx="7753814" cy="2626263"/>
          </a:xfrm>
        </p:spPr>
        <p:txBody>
          <a:bodyPr/>
          <a:lstStyle/>
          <a:p>
            <a:pPr algn="l"/>
            <a:r>
              <a:rPr lang="pt-BR" sz="2000" dirty="0"/>
              <a:t>Utilizamos a matéria de programação orientada a objeto na </a:t>
            </a:r>
          </a:p>
          <a:p>
            <a:pPr algn="l"/>
            <a:r>
              <a:rPr lang="pt-BR" sz="2000" dirty="0"/>
              <a:t>criação da interface, onde é necessário criar diversas funções e </a:t>
            </a:r>
          </a:p>
          <a:p>
            <a:pPr algn="l"/>
            <a:r>
              <a:rPr lang="pt-BR" sz="2000" dirty="0"/>
              <a:t>atributos para o mesmo, já em estrutura de dados mexemos </a:t>
            </a:r>
          </a:p>
          <a:p>
            <a:pPr algn="l"/>
            <a:r>
              <a:rPr lang="pt-BR" sz="2000" dirty="0"/>
              <a:t>com </a:t>
            </a:r>
            <a:r>
              <a:rPr lang="pt-BR" sz="2000" dirty="0" err="1"/>
              <a:t>webscraping</a:t>
            </a:r>
            <a:r>
              <a:rPr lang="pt-BR" sz="2000" dirty="0"/>
              <a:t> e o banco de dados para melhor manipulação </a:t>
            </a:r>
          </a:p>
          <a:p>
            <a:pPr algn="l"/>
            <a:r>
              <a:rPr lang="pt-BR" sz="2000" dirty="0"/>
              <a:t>e organização dos dados.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>
            <a:spLocks noGrp="1"/>
          </p:cNvSpPr>
          <p:nvPr>
            <p:ph type="title"/>
          </p:nvPr>
        </p:nvSpPr>
        <p:spPr>
          <a:xfrm>
            <a:off x="1076040" y="951139"/>
            <a:ext cx="5135400" cy="60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Resultados e conclusões parciais</a:t>
            </a:r>
            <a:endParaRPr dirty="0"/>
          </a:p>
        </p:txBody>
      </p:sp>
      <p:sp>
        <p:nvSpPr>
          <p:cNvPr id="399" name="Google Shape;399;p32"/>
          <p:cNvSpPr txBox="1">
            <a:spLocks noGrp="1"/>
          </p:cNvSpPr>
          <p:nvPr>
            <p:ph type="body" idx="1"/>
          </p:nvPr>
        </p:nvSpPr>
        <p:spPr>
          <a:xfrm>
            <a:off x="646771" y="1661515"/>
            <a:ext cx="5201729" cy="2530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Resultado: </a:t>
            </a:r>
            <a:r>
              <a:rPr lang="pt-BR" sz="1400" dirty="0"/>
              <a:t>Treino da ia para identificar o produto, marca, modelo e o motivo da reclamação porem com algumas inconsistências, integramos o banco de dados com o </a:t>
            </a:r>
            <a:r>
              <a:rPr lang="pt-BR" sz="1400" dirty="0" err="1"/>
              <a:t>webscrap</a:t>
            </a:r>
            <a:r>
              <a:rPr lang="pt-BR" sz="1400" dirty="0"/>
              <a:t> do </a:t>
            </a:r>
            <a:r>
              <a:rPr lang="pt-BR" sz="1400" dirty="0" err="1"/>
              <a:t>python</a:t>
            </a:r>
            <a:r>
              <a:rPr lang="pt-BR" sz="1400" dirty="0"/>
              <a:t> e criamos um ranqueamento dos produtos mais reclamados.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</a:rPr>
              <a:t>Conclusão: </a:t>
            </a:r>
            <a:r>
              <a:rPr lang="pt-BR" sz="1400" dirty="0">
                <a:solidFill>
                  <a:schemeClr val="dk1"/>
                </a:solidFill>
              </a:rPr>
              <a:t>é necessário a implementação do front </a:t>
            </a:r>
            <a:r>
              <a:rPr lang="pt-BR" sz="1400" dirty="0" err="1">
                <a:solidFill>
                  <a:schemeClr val="dk1"/>
                </a:solidFill>
              </a:rPr>
              <a:t>end</a:t>
            </a:r>
            <a:r>
              <a:rPr lang="pt-BR" sz="1400" dirty="0">
                <a:solidFill>
                  <a:schemeClr val="dk1"/>
                </a:solidFill>
              </a:rPr>
              <a:t> com o </a:t>
            </a:r>
            <a:r>
              <a:rPr lang="pt-BR" sz="1400" dirty="0" err="1">
                <a:solidFill>
                  <a:schemeClr val="dk1"/>
                </a:solidFill>
              </a:rPr>
              <a:t>back</a:t>
            </a:r>
            <a:r>
              <a:rPr lang="pt-BR" sz="1400" dirty="0">
                <a:solidFill>
                  <a:schemeClr val="dk1"/>
                </a:solidFill>
              </a:rPr>
              <a:t> e o treinamento da ia com outras empresas.</a:t>
            </a:r>
            <a:endParaRPr sz="1400" dirty="0">
              <a:solidFill>
                <a:schemeClr val="dk1"/>
              </a:solidFill>
            </a:endParaRPr>
          </a:p>
        </p:txBody>
      </p:sp>
      <p:grpSp>
        <p:nvGrpSpPr>
          <p:cNvPr id="400" name="Google Shape;400;p32"/>
          <p:cNvGrpSpPr/>
          <p:nvPr/>
        </p:nvGrpSpPr>
        <p:grpSpPr>
          <a:xfrm>
            <a:off x="6110868" y="435689"/>
            <a:ext cx="3615113" cy="4090276"/>
            <a:chOff x="5710513" y="569504"/>
            <a:chExt cx="3877481" cy="4090276"/>
          </a:xfrm>
        </p:grpSpPr>
        <p:sp>
          <p:nvSpPr>
            <p:cNvPr id="401" name="Google Shape;401;p32"/>
            <p:cNvSpPr/>
            <p:nvPr/>
          </p:nvSpPr>
          <p:spPr>
            <a:xfrm rot="2062716">
              <a:off x="7347458" y="1325451"/>
              <a:ext cx="1985541" cy="1517391"/>
            </a:xfrm>
            <a:custGeom>
              <a:avLst/>
              <a:gdLst/>
              <a:ahLst/>
              <a:cxnLst/>
              <a:rect l="l" t="t" r="r" b="b"/>
              <a:pathLst>
                <a:path w="17932" h="13704" extrusionOk="0">
                  <a:moveTo>
                    <a:pt x="14568" y="536"/>
                  </a:moveTo>
                  <a:cubicBezTo>
                    <a:pt x="14568" y="536"/>
                    <a:pt x="13302" y="759"/>
                    <a:pt x="12204" y="1687"/>
                  </a:cubicBezTo>
                  <a:lnTo>
                    <a:pt x="12204" y="1687"/>
                  </a:lnTo>
                  <a:cubicBezTo>
                    <a:pt x="12204" y="1687"/>
                    <a:pt x="6272" y="4399"/>
                    <a:pt x="5683" y="4470"/>
                  </a:cubicBezTo>
                  <a:lnTo>
                    <a:pt x="5683" y="4470"/>
                  </a:lnTo>
                  <a:cubicBezTo>
                    <a:pt x="5683" y="4470"/>
                    <a:pt x="4684" y="4684"/>
                    <a:pt x="4282" y="5532"/>
                  </a:cubicBezTo>
                  <a:lnTo>
                    <a:pt x="4282" y="5532"/>
                  </a:lnTo>
                  <a:lnTo>
                    <a:pt x="1936" y="8395"/>
                  </a:lnTo>
                  <a:cubicBezTo>
                    <a:pt x="1936" y="8395"/>
                    <a:pt x="1115" y="10465"/>
                    <a:pt x="848" y="10715"/>
                  </a:cubicBezTo>
                  <a:lnTo>
                    <a:pt x="848" y="10715"/>
                  </a:lnTo>
                  <a:lnTo>
                    <a:pt x="0" y="12749"/>
                  </a:lnTo>
                  <a:cubicBezTo>
                    <a:pt x="0" y="12749"/>
                    <a:pt x="393" y="13703"/>
                    <a:pt x="1490" y="12401"/>
                  </a:cubicBezTo>
                  <a:lnTo>
                    <a:pt x="1490" y="12401"/>
                  </a:lnTo>
                  <a:cubicBezTo>
                    <a:pt x="1490" y="12401"/>
                    <a:pt x="2025" y="11776"/>
                    <a:pt x="2097" y="11321"/>
                  </a:cubicBezTo>
                  <a:lnTo>
                    <a:pt x="2097" y="11321"/>
                  </a:lnTo>
                  <a:cubicBezTo>
                    <a:pt x="2356" y="11045"/>
                    <a:pt x="2819" y="1079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2864" y="10135"/>
                    <a:pt x="2864" y="10135"/>
                  </a:cubicBezTo>
                  <a:lnTo>
                    <a:pt x="2864" y="10135"/>
                  </a:lnTo>
                  <a:cubicBezTo>
                    <a:pt x="2864" y="10135"/>
                    <a:pt x="3042" y="10028"/>
                    <a:pt x="3301" y="9849"/>
                  </a:cubicBezTo>
                  <a:lnTo>
                    <a:pt x="3301" y="9849"/>
                  </a:lnTo>
                  <a:cubicBezTo>
                    <a:pt x="3881" y="9448"/>
                    <a:pt x="4836" y="8699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4952" y="8021"/>
                    <a:pt x="4952" y="8021"/>
                  </a:cubicBezTo>
                  <a:lnTo>
                    <a:pt x="4952" y="8021"/>
                  </a:lnTo>
                  <a:cubicBezTo>
                    <a:pt x="4952" y="8021"/>
                    <a:pt x="6673" y="7619"/>
                    <a:pt x="7414" y="7307"/>
                  </a:cubicBezTo>
                  <a:lnTo>
                    <a:pt x="7414" y="7307"/>
                  </a:lnTo>
                  <a:cubicBezTo>
                    <a:pt x="7414" y="7307"/>
                    <a:pt x="8074" y="7628"/>
                    <a:pt x="8493" y="7905"/>
                  </a:cubicBezTo>
                  <a:lnTo>
                    <a:pt x="8493" y="7905"/>
                  </a:lnTo>
                  <a:lnTo>
                    <a:pt x="8493" y="7905"/>
                  </a:lnTo>
                  <a:cubicBezTo>
                    <a:pt x="8609" y="7985"/>
                    <a:pt x="8707" y="8056"/>
                    <a:pt x="8770" y="8119"/>
                  </a:cubicBezTo>
                  <a:lnTo>
                    <a:pt x="8770" y="8119"/>
                  </a:lnTo>
                  <a:cubicBezTo>
                    <a:pt x="8770" y="8119"/>
                    <a:pt x="8431" y="8832"/>
                    <a:pt x="7985" y="9162"/>
                  </a:cubicBezTo>
                  <a:lnTo>
                    <a:pt x="7985" y="9162"/>
                  </a:lnTo>
                  <a:cubicBezTo>
                    <a:pt x="7985" y="9162"/>
                    <a:pt x="7128" y="10037"/>
                    <a:pt x="6629" y="10608"/>
                  </a:cubicBezTo>
                  <a:lnTo>
                    <a:pt x="6629" y="10608"/>
                  </a:lnTo>
                  <a:cubicBezTo>
                    <a:pt x="6477" y="10777"/>
                    <a:pt x="6352" y="10920"/>
                    <a:pt x="6299" y="11009"/>
                  </a:cubicBezTo>
                  <a:lnTo>
                    <a:pt x="6299" y="11009"/>
                  </a:lnTo>
                  <a:cubicBezTo>
                    <a:pt x="6013" y="11419"/>
                    <a:pt x="5603" y="11946"/>
                    <a:pt x="6343" y="12561"/>
                  </a:cubicBezTo>
                  <a:lnTo>
                    <a:pt x="6343" y="12561"/>
                  </a:lnTo>
                  <a:cubicBezTo>
                    <a:pt x="6343" y="12561"/>
                    <a:pt x="6504" y="12695"/>
                    <a:pt x="6736" y="12740"/>
                  </a:cubicBezTo>
                  <a:lnTo>
                    <a:pt x="6736" y="12740"/>
                  </a:lnTo>
                  <a:cubicBezTo>
                    <a:pt x="6986" y="12784"/>
                    <a:pt x="7316" y="12722"/>
                    <a:pt x="7637" y="12329"/>
                  </a:cubicBezTo>
                  <a:lnTo>
                    <a:pt x="7637" y="12329"/>
                  </a:lnTo>
                  <a:cubicBezTo>
                    <a:pt x="7646" y="12312"/>
                    <a:pt x="7664" y="12285"/>
                    <a:pt x="7681" y="12267"/>
                  </a:cubicBezTo>
                  <a:lnTo>
                    <a:pt x="7681" y="12267"/>
                  </a:lnTo>
                  <a:cubicBezTo>
                    <a:pt x="7681" y="12267"/>
                    <a:pt x="8921" y="11419"/>
                    <a:pt x="9359" y="10492"/>
                  </a:cubicBezTo>
                  <a:lnTo>
                    <a:pt x="9359" y="10492"/>
                  </a:lnTo>
                  <a:lnTo>
                    <a:pt x="9956" y="9823"/>
                  </a:lnTo>
                  <a:lnTo>
                    <a:pt x="11285" y="8975"/>
                  </a:lnTo>
                  <a:cubicBezTo>
                    <a:pt x="11285" y="8975"/>
                    <a:pt x="13712" y="7387"/>
                    <a:pt x="13899" y="5246"/>
                  </a:cubicBezTo>
                  <a:lnTo>
                    <a:pt x="13899" y="5246"/>
                  </a:lnTo>
                  <a:cubicBezTo>
                    <a:pt x="13899" y="5246"/>
                    <a:pt x="17004" y="3712"/>
                    <a:pt x="17798" y="3863"/>
                  </a:cubicBezTo>
                  <a:lnTo>
                    <a:pt x="17798" y="3863"/>
                  </a:lnTo>
                  <a:cubicBezTo>
                    <a:pt x="17798" y="3863"/>
                    <a:pt x="17932" y="1062"/>
                    <a:pt x="16014" y="1"/>
                  </a:cubicBezTo>
                  <a:lnTo>
                    <a:pt x="1601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" name="Google Shape;402;p32"/>
            <p:cNvGrpSpPr/>
            <p:nvPr/>
          </p:nvGrpSpPr>
          <p:grpSpPr>
            <a:xfrm>
              <a:off x="5710513" y="569504"/>
              <a:ext cx="3877481" cy="4090276"/>
              <a:chOff x="5410088" y="476042"/>
              <a:chExt cx="3877481" cy="4090276"/>
            </a:xfrm>
          </p:grpSpPr>
          <p:sp>
            <p:nvSpPr>
              <p:cNvPr id="403" name="Google Shape;403;p32"/>
              <p:cNvSpPr/>
              <p:nvPr/>
            </p:nvSpPr>
            <p:spPr>
              <a:xfrm>
                <a:off x="5728780" y="224051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6197561" y="33669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5531598" y="106637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8080630" y="28061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07" name="Google Shape;407;p32"/>
              <p:cNvGrpSpPr/>
              <p:nvPr/>
            </p:nvGrpSpPr>
            <p:grpSpPr>
              <a:xfrm rot="2902359" flipH="1">
                <a:off x="5578694" y="1544629"/>
                <a:ext cx="3540270" cy="2041175"/>
                <a:chOff x="503897" y="1148626"/>
                <a:chExt cx="3540180" cy="2041124"/>
              </a:xfrm>
            </p:grpSpPr>
            <p:sp>
              <p:nvSpPr>
                <p:cNvPr id="408" name="Google Shape;408;p32"/>
                <p:cNvSpPr/>
                <p:nvPr/>
              </p:nvSpPr>
              <p:spPr>
                <a:xfrm>
                  <a:off x="2003209" y="1148626"/>
                  <a:ext cx="2040867" cy="2041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B47FFF">
                        <a:alpha val="50196"/>
                      </a:srgbClr>
                    </a:gs>
                    <a:gs pos="69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2"/>
                <p:cNvSpPr/>
                <p:nvPr/>
              </p:nvSpPr>
              <p:spPr>
                <a:xfrm>
                  <a:off x="503897" y="2053971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2"/>
                <p:cNvSpPr/>
                <p:nvPr/>
              </p:nvSpPr>
              <p:spPr>
                <a:xfrm>
                  <a:off x="1944292" y="2249081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2"/>
                <p:cNvSpPr/>
                <p:nvPr/>
              </p:nvSpPr>
              <p:spPr>
                <a:xfrm>
                  <a:off x="2522549" y="1786447"/>
                  <a:ext cx="896049" cy="896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alpha val="50196"/>
                      </a:srgbClr>
                    </a:gs>
                    <a:gs pos="6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2" name="Google Shape;412;p32"/>
              <p:cNvSpPr/>
              <p:nvPr/>
            </p:nvSpPr>
            <p:spPr>
              <a:xfrm>
                <a:off x="6149503" y="476042"/>
                <a:ext cx="660023" cy="660100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8151030" y="1701868"/>
                <a:ext cx="468769" cy="468795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7824023" y="739328"/>
                <a:ext cx="327012" cy="327044"/>
              </a:xfrm>
              <a:custGeom>
                <a:avLst/>
                <a:gdLst/>
                <a:ahLst/>
                <a:cxnLst/>
                <a:rect l="l" t="t" r="r" b="b"/>
                <a:pathLst>
                  <a:path w="4809" h="4810" extrusionOk="0">
                    <a:moveTo>
                      <a:pt x="4345" y="1571"/>
                    </a:moveTo>
                    <a:cubicBezTo>
                      <a:pt x="4809" y="2641"/>
                      <a:pt x="4309" y="3890"/>
                      <a:pt x="3239" y="4345"/>
                    </a:cubicBezTo>
                    <a:cubicBezTo>
                      <a:pt x="2168" y="4809"/>
                      <a:pt x="919" y="4319"/>
                      <a:pt x="464" y="3248"/>
                    </a:cubicBezTo>
                    <a:cubicBezTo>
                      <a:pt x="0" y="2169"/>
                      <a:pt x="491" y="929"/>
                      <a:pt x="1571" y="465"/>
                    </a:cubicBezTo>
                    <a:cubicBezTo>
                      <a:pt x="2641" y="1"/>
                      <a:pt x="3881" y="500"/>
                      <a:pt x="4345" y="1571"/>
                    </a:cubicBezTo>
                  </a:path>
                </a:pathLst>
              </a:custGeom>
              <a:gradFill>
                <a:gsLst>
                  <a:gs pos="0">
                    <a:schemeClr val="dk2"/>
                  </a:gs>
                  <a:gs pos="57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822FB0-612D-44FF-9BEC-7CE028AAC5C5}">
  <we:reference id="wa200005566" version="3.0.0.2" store="pt-B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234</Words>
  <Application>Microsoft Office PowerPoint</Application>
  <PresentationFormat>Apresentação na tela (16:9)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Bebas Neue</vt:lpstr>
      <vt:lpstr>Trispace</vt:lpstr>
      <vt:lpstr>Arial</vt:lpstr>
      <vt:lpstr>Maven Pro</vt:lpstr>
      <vt:lpstr>AI App Pitch Deck by Slidesgo</vt:lpstr>
      <vt:lpstr>Introdução do projeto com problemática, problema e objetivo. </vt:lpstr>
      <vt:lpstr>Aderências as disciplinas</vt:lpstr>
      <vt:lpstr>Resultados e conclusões parciais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MAURICIO SHIGUEMITSU KAMADO IKEDA</cp:lastModifiedBy>
  <cp:revision>3</cp:revision>
  <dcterms:modified xsi:type="dcterms:W3CDTF">2024-09-25T23:39:45Z</dcterms:modified>
</cp:coreProperties>
</file>